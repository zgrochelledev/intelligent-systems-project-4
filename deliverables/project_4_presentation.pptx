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3" r:id="rId4"/>
    <p:sldId id="265" r:id="rId5"/>
    <p:sldId id="258" r:id="rId6"/>
    <p:sldId id="262" r:id="rId7"/>
    <p:sldId id="266" r:id="rId8"/>
    <p:sldId id="259" r:id="rId9"/>
    <p:sldId id="270" r:id="rId10"/>
    <p:sldId id="260" r:id="rId11"/>
    <p:sldId id="268" r:id="rId12"/>
    <p:sldId id="269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4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89DB9A-A657-D702-F2BC-0FEBAE2401AC}" v="2" dt="2026-04-13T01:24:31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chelle, Zoe" userId="S::zrochelle@quinnipiac.edu::2d6ab114-924b-4485-8cb4-918913cbb26c" providerId="AD" clId="Web-{591059B6-CB1E-11E0-D974-A980DD78CDBD}"/>
    <pc:docChg chg="addSld delSld modSld sldOrd">
      <pc:chgData name="Rochelle, Zoe" userId="S::zrochelle@quinnipiac.edu::2d6ab114-924b-4485-8cb4-918913cbb26c" providerId="AD" clId="Web-{591059B6-CB1E-11E0-D974-A980DD78CDBD}" dt="2026-04-07T13:35:20.696" v="994" actId="20577"/>
      <pc:docMkLst>
        <pc:docMk/>
      </pc:docMkLst>
      <pc:sldChg chg="modSp">
        <pc:chgData name="Rochelle, Zoe" userId="S::zrochelle@quinnipiac.edu::2d6ab114-924b-4485-8cb4-918913cbb26c" providerId="AD" clId="Web-{591059B6-CB1E-11E0-D974-A980DD78CDBD}" dt="2026-04-07T12:34:00.651" v="838" actId="1076"/>
        <pc:sldMkLst>
          <pc:docMk/>
          <pc:sldMk cId="0" sldId="256"/>
        </pc:sldMkLst>
        <pc:spChg chg="mod">
          <ac:chgData name="Rochelle, Zoe" userId="S::zrochelle@quinnipiac.edu::2d6ab114-924b-4485-8cb4-918913cbb26c" providerId="AD" clId="Web-{591059B6-CB1E-11E0-D974-A980DD78CDBD}" dt="2026-04-07T12:34:00.651" v="838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chelle, Zoe" userId="S::zrochelle@quinnipiac.edu::2d6ab114-924b-4485-8cb4-918913cbb26c" providerId="AD" clId="Web-{591059B6-CB1E-11E0-D974-A980DD78CDBD}" dt="2026-04-07T12:33:57.932" v="836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chelle, Zoe" userId="S::zrochelle@quinnipiac.edu::2d6ab114-924b-4485-8cb4-918913cbb26c" providerId="AD" clId="Web-{591059B6-CB1E-11E0-D974-A980DD78CDBD}" dt="2026-04-07T12:33:57.932" v="837" actId="1076"/>
          <ac:spMkLst>
            <pc:docMk/>
            <pc:sldMk cId="0" sldId="256"/>
            <ac:spMk id="8" creationId="{00000000-0000-0000-0000-000000000000}"/>
          </ac:spMkLst>
        </pc:spChg>
      </pc:sldChg>
      <pc:sldChg chg="addSp delSp modSp">
        <pc:chgData name="Rochelle, Zoe" userId="S::zrochelle@quinnipiac.edu::2d6ab114-924b-4485-8cb4-918913cbb26c" providerId="AD" clId="Web-{591059B6-CB1E-11E0-D974-A980DD78CDBD}" dt="2026-04-07T13:02:26.983" v="956" actId="1076"/>
        <pc:sldMkLst>
          <pc:docMk/>
          <pc:sldMk cId="0" sldId="257"/>
        </pc:sldMkLst>
        <pc:spChg chg="mod">
          <ac:chgData name="Rochelle, Zoe" userId="S::zrochelle@quinnipiac.edu::2d6ab114-924b-4485-8cb4-918913cbb26c" providerId="AD" clId="Web-{591059B6-CB1E-11E0-D974-A980DD78CDBD}" dt="2026-04-07T12:36:30.045" v="852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chelle, Zoe" userId="S::zrochelle@quinnipiac.edu::2d6ab114-924b-4485-8cb4-918913cbb26c" providerId="AD" clId="Web-{591059B6-CB1E-11E0-D974-A980DD78CDBD}" dt="2026-04-07T13:01:02.946" v="94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chelle, Zoe" userId="S::zrochelle@quinnipiac.edu::2d6ab114-924b-4485-8cb4-918913cbb26c" providerId="AD" clId="Web-{591059B6-CB1E-11E0-D974-A980DD78CDBD}" dt="2026-04-07T05:16:30.245" v="818" actId="20577"/>
          <ac:spMkLst>
            <pc:docMk/>
            <pc:sldMk cId="0" sldId="257"/>
            <ac:spMk id="6" creationId="{00000000-0000-0000-0000-000000000000}"/>
          </ac:spMkLst>
        </pc:spChg>
        <pc:spChg chg="add mod ord">
          <ac:chgData name="Rochelle, Zoe" userId="S::zrochelle@quinnipiac.edu::2d6ab114-924b-4485-8cb4-918913cbb26c" providerId="AD" clId="Web-{591059B6-CB1E-11E0-D974-A980DD78CDBD}" dt="2026-04-07T13:02:26.983" v="956" actId="1076"/>
          <ac:spMkLst>
            <pc:docMk/>
            <pc:sldMk cId="0" sldId="257"/>
            <ac:spMk id="10" creationId="{0D15B4E3-3956-2F56-B983-5BD0FE32E851}"/>
          </ac:spMkLst>
        </pc:spChg>
      </pc:sldChg>
      <pc:sldChg chg="modSp">
        <pc:chgData name="Rochelle, Zoe" userId="S::zrochelle@quinnipiac.edu::2d6ab114-924b-4485-8cb4-918913cbb26c" providerId="AD" clId="Web-{591059B6-CB1E-11E0-D974-A980DD78CDBD}" dt="2026-04-07T13:00:41.788" v="937" actId="1076"/>
        <pc:sldMkLst>
          <pc:docMk/>
          <pc:sldMk cId="0" sldId="258"/>
        </pc:sldMkLst>
        <pc:spChg chg="mod">
          <ac:chgData name="Rochelle, Zoe" userId="S::zrochelle@quinnipiac.edu::2d6ab114-924b-4485-8cb4-918913cbb26c" providerId="AD" clId="Web-{591059B6-CB1E-11E0-D974-A980DD78CDBD}" dt="2026-04-07T13:00:41.788" v="937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chelle, Zoe" userId="S::zrochelle@quinnipiac.edu::2d6ab114-924b-4485-8cb4-918913cbb26c" providerId="AD" clId="Web-{591059B6-CB1E-11E0-D974-A980DD78CDBD}" dt="2026-04-07T04:02:43.654" v="311" actId="20577"/>
          <ac:spMkLst>
            <pc:docMk/>
            <pc:sldMk cId="0" sldId="258"/>
            <ac:spMk id="6" creationId="{00000000-0000-0000-0000-000000000000}"/>
          </ac:spMkLst>
        </pc:spChg>
      </pc:sldChg>
      <pc:sldChg chg="modSp">
        <pc:chgData name="Rochelle, Zoe" userId="S::zrochelle@quinnipiac.edu::2d6ab114-924b-4485-8cb4-918913cbb26c" providerId="AD" clId="Web-{591059B6-CB1E-11E0-D974-A980DD78CDBD}" dt="2026-04-07T13:33:04.870" v="987" actId="20577"/>
        <pc:sldMkLst>
          <pc:docMk/>
          <pc:sldMk cId="0" sldId="259"/>
        </pc:sldMkLst>
        <pc:spChg chg="mod">
          <ac:chgData name="Rochelle, Zoe" userId="S::zrochelle@quinnipiac.edu::2d6ab114-924b-4485-8cb4-918913cbb26c" providerId="AD" clId="Web-{591059B6-CB1E-11E0-D974-A980DD78CDBD}" dt="2026-04-07T12:59:39.205" v="930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chelle, Zoe" userId="S::zrochelle@quinnipiac.edu::2d6ab114-924b-4485-8cb4-918913cbb26c" providerId="AD" clId="Web-{591059B6-CB1E-11E0-D974-A980DD78CDBD}" dt="2026-04-07T05:10:37.533" v="755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chelle, Zoe" userId="S::zrochelle@quinnipiac.edu::2d6ab114-924b-4485-8cb4-918913cbb26c" providerId="AD" clId="Web-{591059B6-CB1E-11E0-D974-A980DD78CDBD}" dt="2026-04-07T13:33:04.870" v="987" actId="20577"/>
          <ac:spMkLst>
            <pc:docMk/>
            <pc:sldMk cId="0" sldId="259"/>
            <ac:spMk id="6" creationId="{00000000-0000-0000-0000-000000000000}"/>
          </ac:spMkLst>
        </pc:spChg>
      </pc:sldChg>
      <pc:sldChg chg="modSp">
        <pc:chgData name="Rochelle, Zoe" userId="S::zrochelle@quinnipiac.edu::2d6ab114-924b-4485-8cb4-918913cbb26c" providerId="AD" clId="Web-{591059B6-CB1E-11E0-D974-A980DD78CDBD}" dt="2026-04-07T12:59:41.877" v="932" actId="1076"/>
        <pc:sldMkLst>
          <pc:docMk/>
          <pc:sldMk cId="0" sldId="260"/>
        </pc:sldMkLst>
        <pc:spChg chg="mod">
          <ac:chgData name="Rochelle, Zoe" userId="S::zrochelle@quinnipiac.edu::2d6ab114-924b-4485-8cb4-918913cbb26c" providerId="AD" clId="Web-{591059B6-CB1E-11E0-D974-A980DD78CDBD}" dt="2026-04-07T12:59:41.877" v="932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chelle, Zoe" userId="S::zrochelle@quinnipiac.edu::2d6ab114-924b-4485-8cb4-918913cbb26c" providerId="AD" clId="Web-{591059B6-CB1E-11E0-D974-A980DD78CDBD}" dt="2026-04-07T04:43:47.308" v="619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Rochelle, Zoe" userId="S::zrochelle@quinnipiac.edu::2d6ab114-924b-4485-8cb4-918913cbb26c" providerId="AD" clId="Web-{591059B6-CB1E-11E0-D974-A980DD78CDBD}" dt="2026-04-07T12:39:52.914" v="874" actId="20577"/>
          <ac:spMkLst>
            <pc:docMk/>
            <pc:sldMk cId="0" sldId="260"/>
            <ac:spMk id="6" creationId="{00000000-0000-0000-0000-000000000000}"/>
          </ac:spMkLst>
        </pc:spChg>
      </pc:sldChg>
      <pc:sldChg chg="addSp delSp modSp ord">
        <pc:chgData name="Rochelle, Zoe" userId="S::zrochelle@quinnipiac.edu::2d6ab114-924b-4485-8cb4-918913cbb26c" providerId="AD" clId="Web-{591059B6-CB1E-11E0-D974-A980DD78CDBD}" dt="2026-04-07T12:59:39.111" v="928" actId="1076"/>
        <pc:sldMkLst>
          <pc:docMk/>
          <pc:sldMk cId="197180991" sldId="262"/>
        </pc:sldMkLst>
        <pc:spChg chg="mod">
          <ac:chgData name="Rochelle, Zoe" userId="S::zrochelle@quinnipiac.edu::2d6ab114-924b-4485-8cb4-918913cbb26c" providerId="AD" clId="Web-{591059B6-CB1E-11E0-D974-A980DD78CDBD}" dt="2026-04-07T12:59:39.111" v="928" actId="1076"/>
          <ac:spMkLst>
            <pc:docMk/>
            <pc:sldMk cId="197180991" sldId="262"/>
            <ac:spMk id="4" creationId="{22F7EF62-7995-0473-D8CB-32504FAC5274}"/>
          </ac:spMkLst>
        </pc:spChg>
        <pc:spChg chg="mod">
          <ac:chgData name="Rochelle, Zoe" userId="S::zrochelle@quinnipiac.edu::2d6ab114-924b-4485-8cb4-918913cbb26c" providerId="AD" clId="Web-{591059B6-CB1E-11E0-D974-A980DD78CDBD}" dt="2026-04-07T03:21:10.978" v="18" actId="1076"/>
          <ac:spMkLst>
            <pc:docMk/>
            <pc:sldMk cId="197180991" sldId="262"/>
            <ac:spMk id="5" creationId="{0D7C124C-11FE-E87E-3F31-71E5C64BF305}"/>
          </ac:spMkLst>
        </pc:spChg>
        <pc:spChg chg="mod">
          <ac:chgData name="Rochelle, Zoe" userId="S::zrochelle@quinnipiac.edu::2d6ab114-924b-4485-8cb4-918913cbb26c" providerId="AD" clId="Web-{591059B6-CB1E-11E0-D974-A980DD78CDBD}" dt="2026-04-07T04:04:04.281" v="322" actId="20577"/>
          <ac:spMkLst>
            <pc:docMk/>
            <pc:sldMk cId="197180991" sldId="262"/>
            <ac:spMk id="6" creationId="{424EE99B-E803-5009-23DF-A9C017DBAEFE}"/>
          </ac:spMkLst>
        </pc:spChg>
        <pc:spChg chg="add mod">
          <ac:chgData name="Rochelle, Zoe" userId="S::zrochelle@quinnipiac.edu::2d6ab114-924b-4485-8cb4-918913cbb26c" providerId="AD" clId="Web-{591059B6-CB1E-11E0-D974-A980DD78CDBD}" dt="2026-04-07T04:03:45.546" v="318" actId="20577"/>
          <ac:spMkLst>
            <pc:docMk/>
            <pc:sldMk cId="197180991" sldId="262"/>
            <ac:spMk id="12" creationId="{266C9908-8B23-97DC-702C-4E4D0688A868}"/>
          </ac:spMkLst>
        </pc:spChg>
        <pc:spChg chg="add">
          <ac:chgData name="Rochelle, Zoe" userId="S::zrochelle@quinnipiac.edu::2d6ab114-924b-4485-8cb4-918913cbb26c" providerId="AD" clId="Web-{591059B6-CB1E-11E0-D974-A980DD78CDBD}" dt="2026-04-07T04:01:15.526" v="303"/>
          <ac:spMkLst>
            <pc:docMk/>
            <pc:sldMk cId="197180991" sldId="262"/>
            <ac:spMk id="13" creationId="{E74F5BD2-FC3A-55F2-D053-7F16E9986FEA}"/>
          </ac:spMkLst>
        </pc:spChg>
        <pc:spChg chg="add">
          <ac:chgData name="Rochelle, Zoe" userId="S::zrochelle@quinnipiac.edu::2d6ab114-924b-4485-8cb4-918913cbb26c" providerId="AD" clId="Web-{591059B6-CB1E-11E0-D974-A980DD78CDBD}" dt="2026-04-07T04:01:15.526" v="304"/>
          <ac:spMkLst>
            <pc:docMk/>
            <pc:sldMk cId="197180991" sldId="262"/>
            <ac:spMk id="15" creationId="{F74B882E-7F94-9416-1433-66B528E4DDB8}"/>
          </ac:spMkLst>
        </pc:spChg>
        <pc:picChg chg="add mod">
          <ac:chgData name="Rochelle, Zoe" userId="S::zrochelle@quinnipiac.edu::2d6ab114-924b-4485-8cb4-918913cbb26c" providerId="AD" clId="Web-{591059B6-CB1E-11E0-D974-A980DD78CDBD}" dt="2026-04-07T04:04:01.202" v="321" actId="1076"/>
          <ac:picMkLst>
            <pc:docMk/>
            <pc:sldMk cId="197180991" sldId="262"/>
            <ac:picMk id="8" creationId="{88179E5E-A1C5-8870-7F23-03F4E102E3DD}"/>
          </ac:picMkLst>
        </pc:picChg>
        <pc:picChg chg="add mod">
          <ac:chgData name="Rochelle, Zoe" userId="S::zrochelle@quinnipiac.edu::2d6ab114-924b-4485-8cb4-918913cbb26c" providerId="AD" clId="Web-{591059B6-CB1E-11E0-D974-A980DD78CDBD}" dt="2026-04-07T04:03:56.468" v="320" actId="1076"/>
          <ac:picMkLst>
            <pc:docMk/>
            <pc:sldMk cId="197180991" sldId="262"/>
            <ac:picMk id="10" creationId="{D73AE88E-6677-56C7-A2D0-B5BB1CDEC686}"/>
          </ac:picMkLst>
        </pc:picChg>
      </pc:sldChg>
      <pc:sldChg chg="modSp">
        <pc:chgData name="Rochelle, Zoe" userId="S::zrochelle@quinnipiac.edu::2d6ab114-924b-4485-8cb4-918913cbb26c" providerId="AD" clId="Web-{591059B6-CB1E-11E0-D974-A980DD78CDBD}" dt="2026-04-07T13:00:43.507" v="939" actId="1076"/>
        <pc:sldMkLst>
          <pc:docMk/>
          <pc:sldMk cId="4253036867" sldId="263"/>
        </pc:sldMkLst>
        <pc:spChg chg="mod">
          <ac:chgData name="Rochelle, Zoe" userId="S::zrochelle@quinnipiac.edu::2d6ab114-924b-4485-8cb4-918913cbb26c" providerId="AD" clId="Web-{591059B6-CB1E-11E0-D974-A980DD78CDBD}" dt="2026-04-07T12:37:28.765" v="856"/>
          <ac:spMkLst>
            <pc:docMk/>
            <pc:sldMk cId="4253036867" sldId="263"/>
            <ac:spMk id="2" creationId="{16049845-B7A7-CE3B-3324-C5133253B296}"/>
          </ac:spMkLst>
        </pc:spChg>
        <pc:spChg chg="mod">
          <ac:chgData name="Rochelle, Zoe" userId="S::zrochelle@quinnipiac.edu::2d6ab114-924b-4485-8cb4-918913cbb26c" providerId="AD" clId="Web-{591059B6-CB1E-11E0-D974-A980DD78CDBD}" dt="2026-04-07T12:37:40.203" v="859" actId="20577"/>
          <ac:spMkLst>
            <pc:docMk/>
            <pc:sldMk cId="4253036867" sldId="263"/>
            <ac:spMk id="3" creationId="{B7E4C2BE-0058-3F11-60FB-504E83ED6871}"/>
          </ac:spMkLst>
        </pc:spChg>
        <pc:spChg chg="mod">
          <ac:chgData name="Rochelle, Zoe" userId="S::zrochelle@quinnipiac.edu::2d6ab114-924b-4485-8cb4-918913cbb26c" providerId="AD" clId="Web-{591059B6-CB1E-11E0-D974-A980DD78CDBD}" dt="2026-04-07T13:00:43.507" v="939" actId="1076"/>
          <ac:spMkLst>
            <pc:docMk/>
            <pc:sldMk cId="4253036867" sldId="263"/>
            <ac:spMk id="4" creationId="{28882030-E8C0-661B-5080-B7B910570965}"/>
          </ac:spMkLst>
        </pc:spChg>
        <pc:spChg chg="mod">
          <ac:chgData name="Rochelle, Zoe" userId="S::zrochelle@quinnipiac.edu::2d6ab114-924b-4485-8cb4-918913cbb26c" providerId="AD" clId="Web-{591059B6-CB1E-11E0-D974-A980DD78CDBD}" dt="2026-04-07T04:45:28.869" v="644" actId="1076"/>
          <ac:spMkLst>
            <pc:docMk/>
            <pc:sldMk cId="4253036867" sldId="263"/>
            <ac:spMk id="5" creationId="{C37DD4E8-A364-1EED-AA69-C592BCD8FFCB}"/>
          </ac:spMkLst>
        </pc:spChg>
        <pc:spChg chg="mod">
          <ac:chgData name="Rochelle, Zoe" userId="S::zrochelle@quinnipiac.edu::2d6ab114-924b-4485-8cb4-918913cbb26c" providerId="AD" clId="Web-{591059B6-CB1E-11E0-D974-A980DD78CDBD}" dt="2026-04-07T03:54:30.032" v="228" actId="20577"/>
          <ac:spMkLst>
            <pc:docMk/>
            <pc:sldMk cId="4253036867" sldId="263"/>
            <ac:spMk id="13" creationId="{03C14535-3383-0D08-3719-FF374A20BC83}"/>
          </ac:spMkLst>
        </pc:spChg>
        <pc:spChg chg="mod">
          <ac:chgData name="Rochelle, Zoe" userId="S::zrochelle@quinnipiac.edu::2d6ab114-924b-4485-8cb4-918913cbb26c" providerId="AD" clId="Web-{591059B6-CB1E-11E0-D974-A980DD78CDBD}" dt="2026-04-07T03:53:56.202" v="208" actId="1076"/>
          <ac:spMkLst>
            <pc:docMk/>
            <pc:sldMk cId="4253036867" sldId="263"/>
            <ac:spMk id="16" creationId="{1BF0E2B5-63A3-FDDE-8EDB-EFAF56C292C3}"/>
          </ac:spMkLst>
        </pc:spChg>
        <pc:spChg chg="mod">
          <ac:chgData name="Rochelle, Zoe" userId="S::zrochelle@quinnipiac.edu::2d6ab114-924b-4485-8cb4-918913cbb26c" providerId="AD" clId="Web-{591059B6-CB1E-11E0-D974-A980DD78CDBD}" dt="2026-04-07T03:54:06.061" v="214" actId="1076"/>
          <ac:spMkLst>
            <pc:docMk/>
            <pc:sldMk cId="4253036867" sldId="263"/>
            <ac:spMk id="17" creationId="{A761C3F3-2E60-973E-0FB0-69F2355CDB9C}"/>
          </ac:spMkLst>
        </pc:spChg>
        <pc:spChg chg="mod">
          <ac:chgData name="Rochelle, Zoe" userId="S::zrochelle@quinnipiac.edu::2d6ab114-924b-4485-8cb4-918913cbb26c" providerId="AD" clId="Web-{591059B6-CB1E-11E0-D974-A980DD78CDBD}" dt="2026-04-07T12:34:51.355" v="844" actId="20577"/>
          <ac:spMkLst>
            <pc:docMk/>
            <pc:sldMk cId="4253036867" sldId="263"/>
            <ac:spMk id="22" creationId="{202FB51C-2318-5537-BF64-A94E427DAE11}"/>
          </ac:spMkLst>
        </pc:spChg>
        <pc:picChg chg="mod">
          <ac:chgData name="Rochelle, Zoe" userId="S::zrochelle@quinnipiac.edu::2d6ab114-924b-4485-8cb4-918913cbb26c" providerId="AD" clId="Web-{591059B6-CB1E-11E0-D974-A980DD78CDBD}" dt="2026-04-07T03:53:59.842" v="209" actId="1076"/>
          <ac:picMkLst>
            <pc:docMk/>
            <pc:sldMk cId="4253036867" sldId="263"/>
            <ac:picMk id="10" creationId="{44B0030C-F5A1-661A-91A3-F265E63A60A7}"/>
          </ac:picMkLst>
        </pc:picChg>
        <pc:picChg chg="mod">
          <ac:chgData name="Rochelle, Zoe" userId="S::zrochelle@quinnipiac.edu::2d6ab114-924b-4485-8cb4-918913cbb26c" providerId="AD" clId="Web-{591059B6-CB1E-11E0-D974-A980DD78CDBD}" dt="2026-04-07T03:53:56.202" v="207" actId="1076"/>
          <ac:picMkLst>
            <pc:docMk/>
            <pc:sldMk cId="4253036867" sldId="263"/>
            <ac:picMk id="11" creationId="{0D1CF53F-427C-6ECB-D36E-DBE5DD300712}"/>
          </ac:picMkLst>
        </pc:picChg>
        <pc:picChg chg="mod">
          <ac:chgData name="Rochelle, Zoe" userId="S::zrochelle@quinnipiac.edu::2d6ab114-924b-4485-8cb4-918913cbb26c" providerId="AD" clId="Web-{591059B6-CB1E-11E0-D974-A980DD78CDBD}" dt="2026-04-07T03:54:06.061" v="213" actId="1076"/>
          <ac:picMkLst>
            <pc:docMk/>
            <pc:sldMk cId="4253036867" sldId="263"/>
            <ac:picMk id="12" creationId="{99964757-8969-15D4-7033-EBBC36F052CD}"/>
          </ac:picMkLst>
        </pc:picChg>
      </pc:sldChg>
      <pc:sldChg chg="modSp">
        <pc:chgData name="Rochelle, Zoe" userId="S::zrochelle@quinnipiac.edu::2d6ab114-924b-4485-8cb4-918913cbb26c" providerId="AD" clId="Web-{591059B6-CB1E-11E0-D974-A980DD78CDBD}" dt="2026-04-07T13:13:17.348" v="957" actId="20577"/>
        <pc:sldMkLst>
          <pc:docMk/>
          <pc:sldMk cId="3918415691" sldId="265"/>
        </pc:sldMkLst>
        <pc:spChg chg="mod">
          <ac:chgData name="Rochelle, Zoe" userId="S::zrochelle@quinnipiac.edu::2d6ab114-924b-4485-8cb4-918913cbb26c" providerId="AD" clId="Web-{591059B6-CB1E-11E0-D974-A980DD78CDBD}" dt="2026-04-07T13:00:42.007" v="938" actId="1076"/>
          <ac:spMkLst>
            <pc:docMk/>
            <pc:sldMk cId="3918415691" sldId="265"/>
            <ac:spMk id="4" creationId="{BA2ACA9F-B9EC-61A6-33DD-708B16A21803}"/>
          </ac:spMkLst>
        </pc:spChg>
        <pc:spChg chg="mod">
          <ac:chgData name="Rochelle, Zoe" userId="S::zrochelle@quinnipiac.edu::2d6ab114-924b-4485-8cb4-918913cbb26c" providerId="AD" clId="Web-{591059B6-CB1E-11E0-D974-A980DD78CDBD}" dt="2026-04-07T13:13:17.348" v="957" actId="20577"/>
          <ac:spMkLst>
            <pc:docMk/>
            <pc:sldMk cId="3918415691" sldId="265"/>
            <ac:spMk id="6" creationId="{48B01D56-DFF0-F6E7-CB87-4538DC4A5143}"/>
          </ac:spMkLst>
        </pc:spChg>
      </pc:sldChg>
      <pc:sldChg chg="modSp add ord replId">
        <pc:chgData name="Rochelle, Zoe" userId="S::zrochelle@quinnipiac.edu::2d6ab114-924b-4485-8cb4-918913cbb26c" providerId="AD" clId="Web-{591059B6-CB1E-11E0-D974-A980DD78CDBD}" dt="2026-04-07T13:31:52.328" v="983" actId="20577"/>
        <pc:sldMkLst>
          <pc:docMk/>
          <pc:sldMk cId="2274950879" sldId="266"/>
        </pc:sldMkLst>
        <pc:spChg chg="mod">
          <ac:chgData name="Rochelle, Zoe" userId="S::zrochelle@quinnipiac.edu::2d6ab114-924b-4485-8cb4-918913cbb26c" providerId="AD" clId="Web-{591059B6-CB1E-11E0-D974-A980DD78CDBD}" dt="2026-04-07T12:59:39.158" v="929" actId="1076"/>
          <ac:spMkLst>
            <pc:docMk/>
            <pc:sldMk cId="2274950879" sldId="266"/>
            <ac:spMk id="4" creationId="{76F493F4-C6C8-0AFD-A64E-1CF09D8A6889}"/>
          </ac:spMkLst>
        </pc:spChg>
        <pc:spChg chg="mod">
          <ac:chgData name="Rochelle, Zoe" userId="S::zrochelle@quinnipiac.edu::2d6ab114-924b-4485-8cb4-918913cbb26c" providerId="AD" clId="Web-{591059B6-CB1E-11E0-D974-A980DD78CDBD}" dt="2026-04-07T04:20:46.572" v="456" actId="14100"/>
          <ac:spMkLst>
            <pc:docMk/>
            <pc:sldMk cId="2274950879" sldId="266"/>
            <ac:spMk id="5" creationId="{2DF41286-4E04-7E65-77F2-FF2B6A7EA00C}"/>
          </ac:spMkLst>
        </pc:spChg>
        <pc:spChg chg="mod">
          <ac:chgData name="Rochelle, Zoe" userId="S::zrochelle@quinnipiac.edu::2d6ab114-924b-4485-8cb4-918913cbb26c" providerId="AD" clId="Web-{591059B6-CB1E-11E0-D974-A980DD78CDBD}" dt="2026-04-07T13:31:52.328" v="983" actId="20577"/>
          <ac:spMkLst>
            <pc:docMk/>
            <pc:sldMk cId="2274950879" sldId="266"/>
            <ac:spMk id="6" creationId="{95A0EFEF-F5BD-0A5E-6CA2-2F587BE5DCE2}"/>
          </ac:spMkLst>
        </pc:spChg>
      </pc:sldChg>
      <pc:sldChg chg="addSp delSp modSp add replId">
        <pc:chgData name="Rochelle, Zoe" userId="S::zrochelle@quinnipiac.edu::2d6ab114-924b-4485-8cb4-918913cbb26c" providerId="AD" clId="Web-{591059B6-CB1E-11E0-D974-A980DD78CDBD}" dt="2026-04-07T13:00:01.066" v="933" actId="1076"/>
        <pc:sldMkLst>
          <pc:docMk/>
          <pc:sldMk cId="1188425912" sldId="268"/>
        </pc:sldMkLst>
        <pc:spChg chg="mod">
          <ac:chgData name="Rochelle, Zoe" userId="S::zrochelle@quinnipiac.edu::2d6ab114-924b-4485-8cb4-918913cbb26c" providerId="AD" clId="Web-{591059B6-CB1E-11E0-D974-A980DD78CDBD}" dt="2026-04-07T13:00:01.066" v="933" actId="1076"/>
          <ac:spMkLst>
            <pc:docMk/>
            <pc:sldMk cId="1188425912" sldId="268"/>
            <ac:spMk id="4" creationId="{5B1317E8-E321-B603-4629-B009D022EB0F}"/>
          </ac:spMkLst>
        </pc:spChg>
        <pc:spChg chg="mod">
          <ac:chgData name="Rochelle, Zoe" userId="S::zrochelle@quinnipiac.edu::2d6ab114-924b-4485-8cb4-918913cbb26c" providerId="AD" clId="Web-{591059B6-CB1E-11E0-D974-A980DD78CDBD}" dt="2026-04-07T04:51:14.577" v="654" actId="20577"/>
          <ac:spMkLst>
            <pc:docMk/>
            <pc:sldMk cId="1188425912" sldId="268"/>
            <ac:spMk id="6" creationId="{FB773C84-83DE-30FB-6E05-CFF5C81EE130}"/>
          </ac:spMkLst>
        </pc:spChg>
        <pc:spChg chg="add mod">
          <ac:chgData name="Rochelle, Zoe" userId="S::zrochelle@quinnipiac.edu::2d6ab114-924b-4485-8cb4-918913cbb26c" providerId="AD" clId="Web-{591059B6-CB1E-11E0-D974-A980DD78CDBD}" dt="2026-04-07T05:08:24.949" v="745" actId="1076"/>
          <ac:spMkLst>
            <pc:docMk/>
            <pc:sldMk cId="1188425912" sldId="268"/>
            <ac:spMk id="10" creationId="{FF48A3B7-EBD9-1864-C2AE-90E760923341}"/>
          </ac:spMkLst>
        </pc:spChg>
        <pc:graphicFrameChg chg="add mod topLvl modGraphic">
          <ac:chgData name="Rochelle, Zoe" userId="S::zrochelle@quinnipiac.edu::2d6ab114-924b-4485-8cb4-918913cbb26c" providerId="AD" clId="Web-{591059B6-CB1E-11E0-D974-A980DD78CDBD}" dt="2026-04-07T05:07:59.914" v="737" actId="1076"/>
          <ac:graphicFrameMkLst>
            <pc:docMk/>
            <pc:sldMk cId="1188425912" sldId="268"/>
            <ac:graphicFrameMk id="9" creationId="{5E1D4AB1-2656-A812-4DC6-A2D094828474}"/>
          </ac:graphicFrameMkLst>
        </pc:graphicFrameChg>
      </pc:sldChg>
      <pc:sldChg chg="modSp add replId">
        <pc:chgData name="Rochelle, Zoe" userId="S::zrochelle@quinnipiac.edu::2d6ab114-924b-4485-8cb4-918913cbb26c" providerId="AD" clId="Web-{591059B6-CB1E-11E0-D974-A980DD78CDBD}" dt="2026-04-07T13:35:20.696" v="994" actId="20577"/>
        <pc:sldMkLst>
          <pc:docMk/>
          <pc:sldMk cId="2280100369" sldId="269"/>
        </pc:sldMkLst>
        <pc:spChg chg="mod">
          <ac:chgData name="Rochelle, Zoe" userId="S::zrochelle@quinnipiac.edu::2d6ab114-924b-4485-8cb4-918913cbb26c" providerId="AD" clId="Web-{591059B6-CB1E-11E0-D974-A980DD78CDBD}" dt="2026-04-07T12:38:36.767" v="867"/>
          <ac:spMkLst>
            <pc:docMk/>
            <pc:sldMk cId="2280100369" sldId="269"/>
            <ac:spMk id="2" creationId="{174417EE-61C7-8F6D-DCCA-C75EB6145E95}"/>
          </ac:spMkLst>
        </pc:spChg>
        <pc:spChg chg="mod">
          <ac:chgData name="Rochelle, Zoe" userId="S::zrochelle@quinnipiac.edu::2d6ab114-924b-4485-8cb4-918913cbb26c" providerId="AD" clId="Web-{591059B6-CB1E-11E0-D974-A980DD78CDBD}" dt="2026-04-07T12:38:47.314" v="869" actId="20577"/>
          <ac:spMkLst>
            <pc:docMk/>
            <pc:sldMk cId="2280100369" sldId="269"/>
            <ac:spMk id="3" creationId="{FBCA0053-800A-A4FC-FF06-0C590171FAAD}"/>
          </ac:spMkLst>
        </pc:spChg>
        <pc:spChg chg="mod">
          <ac:chgData name="Rochelle, Zoe" userId="S::zrochelle@quinnipiac.edu::2d6ab114-924b-4485-8cb4-918913cbb26c" providerId="AD" clId="Web-{591059B6-CB1E-11E0-D974-A980DD78CDBD}" dt="2026-04-07T13:00:01.254" v="934" actId="1076"/>
          <ac:spMkLst>
            <pc:docMk/>
            <pc:sldMk cId="2280100369" sldId="269"/>
            <ac:spMk id="4" creationId="{3DD667C2-E96F-59D8-D300-9F974E449BFF}"/>
          </ac:spMkLst>
        </pc:spChg>
        <pc:spChg chg="mod">
          <ac:chgData name="Rochelle, Zoe" userId="S::zrochelle@quinnipiac.edu::2d6ab114-924b-4485-8cb4-918913cbb26c" providerId="AD" clId="Web-{591059B6-CB1E-11E0-D974-A980DD78CDBD}" dt="2026-04-07T13:35:20.696" v="994" actId="20577"/>
          <ac:spMkLst>
            <pc:docMk/>
            <pc:sldMk cId="2280100369" sldId="269"/>
            <ac:spMk id="6" creationId="{6C1CE3CD-778A-DE1F-3359-FBF6B68B3414}"/>
          </ac:spMkLst>
        </pc:spChg>
      </pc:sldChg>
      <pc:sldChg chg="modSp add replId">
        <pc:chgData name="Rochelle, Zoe" userId="S::zrochelle@quinnipiac.edu::2d6ab114-924b-4485-8cb4-918913cbb26c" providerId="AD" clId="Web-{591059B6-CB1E-11E0-D974-A980DD78CDBD}" dt="2026-04-07T13:33:56.407" v="988" actId="20577"/>
        <pc:sldMkLst>
          <pc:docMk/>
          <pc:sldMk cId="4036154702" sldId="270"/>
        </pc:sldMkLst>
        <pc:spChg chg="mod">
          <ac:chgData name="Rochelle, Zoe" userId="S::zrochelle@quinnipiac.edu::2d6ab114-924b-4485-8cb4-918913cbb26c" providerId="AD" clId="Web-{591059B6-CB1E-11E0-D974-A980DD78CDBD}" dt="2026-04-07T12:59:39.267" v="931" actId="1076"/>
          <ac:spMkLst>
            <pc:docMk/>
            <pc:sldMk cId="4036154702" sldId="270"/>
            <ac:spMk id="4" creationId="{41E29BF3-3BBC-7B71-08E9-AB82DE819643}"/>
          </ac:spMkLst>
        </pc:spChg>
        <pc:spChg chg="mod">
          <ac:chgData name="Rochelle, Zoe" userId="S::zrochelle@quinnipiac.edu::2d6ab114-924b-4485-8cb4-918913cbb26c" providerId="AD" clId="Web-{591059B6-CB1E-11E0-D974-A980DD78CDBD}" dt="2026-04-07T13:33:56.407" v="988" actId="20577"/>
          <ac:spMkLst>
            <pc:docMk/>
            <pc:sldMk cId="4036154702" sldId="270"/>
            <ac:spMk id="6" creationId="{59EB443E-B8B6-A180-BB48-4E067410DAF7}"/>
          </ac:spMkLst>
        </pc:spChg>
      </pc:sldChg>
      <pc:sldChg chg="addSp modSp add replId">
        <pc:chgData name="Rochelle, Zoe" userId="S::zrochelle@quinnipiac.edu::2d6ab114-924b-4485-8cb4-918913cbb26c" providerId="AD" clId="Web-{591059B6-CB1E-11E0-D974-A980DD78CDBD}" dt="2026-04-07T13:00:01.332" v="936" actId="20577"/>
        <pc:sldMkLst>
          <pc:docMk/>
          <pc:sldMk cId="1076893803" sldId="271"/>
        </pc:sldMkLst>
        <pc:spChg chg="mod">
          <ac:chgData name="Rochelle, Zoe" userId="S::zrochelle@quinnipiac.edu::2d6ab114-924b-4485-8cb4-918913cbb26c" providerId="AD" clId="Web-{591059B6-CB1E-11E0-D974-A980DD78CDBD}" dt="2026-04-07T12:39:09.892" v="873"/>
          <ac:spMkLst>
            <pc:docMk/>
            <pc:sldMk cId="1076893803" sldId="271"/>
            <ac:spMk id="2" creationId="{66A1A89C-4D00-A1A4-2CA5-3741597F9DC3}"/>
          </ac:spMkLst>
        </pc:spChg>
        <pc:spChg chg="mod">
          <ac:chgData name="Rochelle, Zoe" userId="S::zrochelle@quinnipiac.edu::2d6ab114-924b-4485-8cb4-918913cbb26c" providerId="AD" clId="Web-{591059B6-CB1E-11E0-D974-A980DD78CDBD}" dt="2026-04-07T13:00:01.332" v="936" actId="20577"/>
          <ac:spMkLst>
            <pc:docMk/>
            <pc:sldMk cId="1076893803" sldId="271"/>
            <ac:spMk id="3" creationId="{8F6712CC-6060-563B-0637-200E8FF2DEC2}"/>
          </ac:spMkLst>
        </pc:spChg>
        <pc:spChg chg="mod">
          <ac:chgData name="Rochelle, Zoe" userId="S::zrochelle@quinnipiac.edu::2d6ab114-924b-4485-8cb4-918913cbb26c" providerId="AD" clId="Web-{591059B6-CB1E-11E0-D974-A980DD78CDBD}" dt="2026-04-07T13:00:01.301" v="935" actId="1076"/>
          <ac:spMkLst>
            <pc:docMk/>
            <pc:sldMk cId="1076893803" sldId="271"/>
            <ac:spMk id="4" creationId="{48D38819-1302-A166-4AE8-0F8C1E167182}"/>
          </ac:spMkLst>
        </pc:spChg>
        <pc:spChg chg="mod">
          <ac:chgData name="Rochelle, Zoe" userId="S::zrochelle@quinnipiac.edu::2d6ab114-924b-4485-8cb4-918913cbb26c" providerId="AD" clId="Web-{591059B6-CB1E-11E0-D974-A980DD78CDBD}" dt="2026-04-07T12:33:03.024" v="823" actId="20577"/>
          <ac:spMkLst>
            <pc:docMk/>
            <pc:sldMk cId="1076893803" sldId="271"/>
            <ac:spMk id="6" creationId="{AE8DCA15-0ED0-1202-6DC6-5A735CEAD808}"/>
          </ac:spMkLst>
        </pc:spChg>
        <pc:spChg chg="add mod">
          <ac:chgData name="Rochelle, Zoe" userId="S::zrochelle@quinnipiac.edu::2d6ab114-924b-4485-8cb4-918913cbb26c" providerId="AD" clId="Web-{591059B6-CB1E-11E0-D974-A980DD78CDBD}" dt="2026-04-07T12:44:18.370" v="893" actId="20577"/>
          <ac:spMkLst>
            <pc:docMk/>
            <pc:sldMk cId="1076893803" sldId="271"/>
            <ac:spMk id="8" creationId="{8E111934-2357-A3BE-4BB3-3C185CC6E0A3}"/>
          </ac:spMkLst>
        </pc:spChg>
      </pc:sldChg>
    </pc:docChg>
  </pc:docChgLst>
  <pc:docChgLst>
    <pc:chgData name="Rochelle, Zoe" userId="S::zrochelle@quinnipiac.edu::2d6ab114-924b-4485-8cb4-918913cbb26c" providerId="AD" clId="Web-{7998ABB4-23CD-298B-00BA-D43FAF43A970}"/>
    <pc:docChg chg="addSld delSld modSld">
      <pc:chgData name="Rochelle, Zoe" userId="S::zrochelle@quinnipiac.edu::2d6ab114-924b-4485-8cb4-918913cbb26c" providerId="AD" clId="Web-{7998ABB4-23CD-298B-00BA-D43FAF43A970}" dt="2026-04-07T03:15:48.513" v="530" actId="20577"/>
      <pc:docMkLst>
        <pc:docMk/>
      </pc:docMkLst>
      <pc:sldChg chg="delSp modSp">
        <pc:chgData name="Rochelle, Zoe" userId="S::zrochelle@quinnipiac.edu::2d6ab114-924b-4485-8cb4-918913cbb26c" providerId="AD" clId="Web-{7998ABB4-23CD-298B-00BA-D43FAF43A970}" dt="2026-04-07T02:37:55.600" v="206" actId="20577"/>
        <pc:sldMkLst>
          <pc:docMk/>
          <pc:sldMk cId="0" sldId="256"/>
        </pc:sldMkLst>
        <pc:spChg chg="mod">
          <ac:chgData name="Rochelle, Zoe" userId="S::zrochelle@quinnipiac.edu::2d6ab114-924b-4485-8cb4-918913cbb26c" providerId="AD" clId="Web-{7998ABB4-23CD-298B-00BA-D43FAF43A970}" dt="2026-04-07T02:19:48.957" v="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ochelle, Zoe" userId="S::zrochelle@quinnipiac.edu::2d6ab114-924b-4485-8cb4-918913cbb26c" providerId="AD" clId="Web-{7998ABB4-23CD-298B-00BA-D43FAF43A970}" dt="2026-04-07T02:37:55.600" v="206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modSp">
        <pc:chgData name="Rochelle, Zoe" userId="S::zrochelle@quinnipiac.edu::2d6ab114-924b-4485-8cb4-918913cbb26c" providerId="AD" clId="Web-{7998ABB4-23CD-298B-00BA-D43FAF43A970}" dt="2026-04-07T02:36:40.831" v="168" actId="20577"/>
        <pc:sldMkLst>
          <pc:docMk/>
          <pc:sldMk cId="0" sldId="257"/>
        </pc:sldMkLst>
        <pc:spChg chg="mod">
          <ac:chgData name="Rochelle, Zoe" userId="S::zrochelle@quinnipiac.edu::2d6ab114-924b-4485-8cb4-918913cbb26c" providerId="AD" clId="Web-{7998ABB4-23CD-298B-00BA-D43FAF43A970}" dt="2026-04-07T02:23:23.523" v="59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chelle, Zoe" userId="S::zrochelle@quinnipiac.edu::2d6ab114-924b-4485-8cb4-918913cbb26c" providerId="AD" clId="Web-{7998ABB4-23CD-298B-00BA-D43FAF43A970}" dt="2026-04-07T02:30:42.060" v="150" actId="20577"/>
          <ac:spMkLst>
            <pc:docMk/>
            <pc:sldMk cId="0" sldId="257"/>
            <ac:spMk id="6" creationId="{00000000-0000-0000-0000-000000000000}"/>
          </ac:spMkLst>
        </pc:spChg>
        <pc:spChg chg="add mod">
          <ac:chgData name="Rochelle, Zoe" userId="S::zrochelle@quinnipiac.edu::2d6ab114-924b-4485-8cb4-918913cbb26c" providerId="AD" clId="Web-{7998ABB4-23CD-298B-00BA-D43FAF43A970}" dt="2026-04-07T02:36:40.831" v="168" actId="20577"/>
          <ac:spMkLst>
            <pc:docMk/>
            <pc:sldMk cId="0" sldId="257"/>
            <ac:spMk id="8" creationId="{44E8584A-3D9A-8255-E179-B78658491363}"/>
          </ac:spMkLst>
        </pc:spChg>
      </pc:sldChg>
      <pc:sldChg chg="modSp add replId">
        <pc:chgData name="Rochelle, Zoe" userId="S::zrochelle@quinnipiac.edu::2d6ab114-924b-4485-8cb4-918913cbb26c" providerId="AD" clId="Web-{7998ABB4-23CD-298B-00BA-D43FAF43A970}" dt="2026-04-07T03:15:48.513" v="530" actId="20577"/>
        <pc:sldMkLst>
          <pc:docMk/>
          <pc:sldMk cId="197180991" sldId="262"/>
        </pc:sldMkLst>
        <pc:spChg chg="mod">
          <ac:chgData name="Rochelle, Zoe" userId="S::zrochelle@quinnipiac.edu::2d6ab114-924b-4485-8cb4-918913cbb26c" providerId="AD" clId="Web-{7998ABB4-23CD-298B-00BA-D43FAF43A970}" dt="2026-04-07T03:15:20.591" v="508" actId="20577"/>
          <ac:spMkLst>
            <pc:docMk/>
            <pc:sldMk cId="197180991" sldId="262"/>
            <ac:spMk id="4" creationId="{22F7EF62-7995-0473-D8CB-32504FAC5274}"/>
          </ac:spMkLst>
        </pc:spChg>
        <pc:spChg chg="mod">
          <ac:chgData name="Rochelle, Zoe" userId="S::zrochelle@quinnipiac.edu::2d6ab114-924b-4485-8cb4-918913cbb26c" providerId="AD" clId="Web-{7998ABB4-23CD-298B-00BA-D43FAF43A970}" dt="2026-04-07T03:15:48.513" v="530" actId="20577"/>
          <ac:spMkLst>
            <pc:docMk/>
            <pc:sldMk cId="197180991" sldId="262"/>
            <ac:spMk id="6" creationId="{424EE99B-E803-5009-23DF-A9C017DBAEFE}"/>
          </ac:spMkLst>
        </pc:spChg>
      </pc:sldChg>
      <pc:sldChg chg="addSp delSp modSp add replId">
        <pc:chgData name="Rochelle, Zoe" userId="S::zrochelle@quinnipiac.edu::2d6ab114-924b-4485-8cb4-918913cbb26c" providerId="AD" clId="Web-{7998ABB4-23CD-298B-00BA-D43FAF43A970}" dt="2026-04-07T03:11:05.810" v="453" actId="20577"/>
        <pc:sldMkLst>
          <pc:docMk/>
          <pc:sldMk cId="4253036867" sldId="263"/>
        </pc:sldMkLst>
        <pc:spChg chg="add del">
          <ac:chgData name="Rochelle, Zoe" userId="S::zrochelle@quinnipiac.edu::2d6ab114-924b-4485-8cb4-918913cbb26c" providerId="AD" clId="Web-{7998ABB4-23CD-298B-00BA-D43FAF43A970}" dt="2026-04-07T03:07:09.386" v="353"/>
          <ac:spMkLst>
            <pc:docMk/>
            <pc:sldMk cId="4253036867" sldId="263"/>
            <ac:spMk id="3" creationId="{B7E4C2BE-0058-3F11-60FB-504E83ED6871}"/>
          </ac:spMkLst>
        </pc:spChg>
        <pc:spChg chg="add del mod">
          <ac:chgData name="Rochelle, Zoe" userId="S::zrochelle@quinnipiac.edu::2d6ab114-924b-4485-8cb4-918913cbb26c" providerId="AD" clId="Web-{7998ABB4-23CD-298B-00BA-D43FAF43A970}" dt="2026-04-07T03:07:09.386" v="354"/>
          <ac:spMkLst>
            <pc:docMk/>
            <pc:sldMk cId="4253036867" sldId="263"/>
            <ac:spMk id="4" creationId="{28882030-E8C0-661B-5080-B7B910570965}"/>
          </ac:spMkLst>
        </pc:spChg>
        <pc:spChg chg="mod">
          <ac:chgData name="Rochelle, Zoe" userId="S::zrochelle@quinnipiac.edu::2d6ab114-924b-4485-8cb4-918913cbb26c" providerId="AD" clId="Web-{7998ABB4-23CD-298B-00BA-D43FAF43A970}" dt="2026-04-07T03:08:14.153" v="385" actId="1076"/>
          <ac:spMkLst>
            <pc:docMk/>
            <pc:sldMk cId="4253036867" sldId="263"/>
            <ac:spMk id="5" creationId="{C37DD4E8-A364-1EED-AA69-C592BCD8FFCB}"/>
          </ac:spMkLst>
        </pc:spChg>
        <pc:spChg chg="add del">
          <ac:chgData name="Rochelle, Zoe" userId="S::zrochelle@quinnipiac.edu::2d6ab114-924b-4485-8cb4-918913cbb26c" providerId="AD" clId="Web-{7998ABB4-23CD-298B-00BA-D43FAF43A970}" dt="2026-04-07T03:07:09.386" v="355"/>
          <ac:spMkLst>
            <pc:docMk/>
            <pc:sldMk cId="4253036867" sldId="263"/>
            <ac:spMk id="7" creationId="{B817AC7E-A6B6-77A1-6C67-51747FAF35E6}"/>
          </ac:spMkLst>
        </pc:spChg>
        <pc:spChg chg="add del mod">
          <ac:chgData name="Rochelle, Zoe" userId="S::zrochelle@quinnipiac.edu::2d6ab114-924b-4485-8cb4-918913cbb26c" providerId="AD" clId="Web-{7998ABB4-23CD-298B-00BA-D43FAF43A970}" dt="2026-04-07T03:08:04.715" v="383" actId="1076"/>
          <ac:spMkLst>
            <pc:docMk/>
            <pc:sldMk cId="4253036867" sldId="263"/>
            <ac:spMk id="13" creationId="{03C14535-3383-0D08-3719-FF374A20BC83}"/>
          </ac:spMkLst>
        </pc:spChg>
        <pc:spChg chg="add del mod">
          <ac:chgData name="Rochelle, Zoe" userId="S::zrochelle@quinnipiac.edu::2d6ab114-924b-4485-8cb4-918913cbb26c" providerId="AD" clId="Web-{7998ABB4-23CD-298B-00BA-D43FAF43A970}" dt="2026-04-07T03:07:46.230" v="377" actId="1076"/>
          <ac:spMkLst>
            <pc:docMk/>
            <pc:sldMk cId="4253036867" sldId="263"/>
            <ac:spMk id="16" creationId="{1BF0E2B5-63A3-FDDE-8EDB-EFAF56C292C3}"/>
          </ac:spMkLst>
        </pc:spChg>
        <pc:spChg chg="add del mod">
          <ac:chgData name="Rochelle, Zoe" userId="S::zrochelle@quinnipiac.edu::2d6ab114-924b-4485-8cb4-918913cbb26c" providerId="AD" clId="Web-{7998ABB4-23CD-298B-00BA-D43FAF43A970}" dt="2026-04-07T03:07:48.933" v="380" actId="1076"/>
          <ac:spMkLst>
            <pc:docMk/>
            <pc:sldMk cId="4253036867" sldId="263"/>
            <ac:spMk id="17" creationId="{A761C3F3-2E60-973E-0FB0-69F2355CDB9C}"/>
          </ac:spMkLst>
        </pc:spChg>
        <pc:spChg chg="add mod">
          <ac:chgData name="Rochelle, Zoe" userId="S::zrochelle@quinnipiac.edu::2d6ab114-924b-4485-8cb4-918913cbb26c" providerId="AD" clId="Web-{7998ABB4-23CD-298B-00BA-D43FAF43A970}" dt="2026-04-07T03:11:05.810" v="453" actId="20577"/>
          <ac:spMkLst>
            <pc:docMk/>
            <pc:sldMk cId="4253036867" sldId="263"/>
            <ac:spMk id="22" creationId="{202FB51C-2318-5537-BF64-A94E427DAE11}"/>
          </ac:spMkLst>
        </pc:spChg>
        <pc:picChg chg="add del mod">
          <ac:chgData name="Rochelle, Zoe" userId="S::zrochelle@quinnipiac.edu::2d6ab114-924b-4485-8cb4-918913cbb26c" providerId="AD" clId="Web-{7998ABB4-23CD-298B-00BA-D43FAF43A970}" dt="2026-04-07T03:07:55.355" v="381" actId="1076"/>
          <ac:picMkLst>
            <pc:docMk/>
            <pc:sldMk cId="4253036867" sldId="263"/>
            <ac:picMk id="10" creationId="{44B0030C-F5A1-661A-91A3-F265E63A60A7}"/>
          </ac:picMkLst>
        </pc:picChg>
        <pc:picChg chg="add del mod">
          <ac:chgData name="Rochelle, Zoe" userId="S::zrochelle@quinnipiac.edu::2d6ab114-924b-4485-8cb4-918913cbb26c" providerId="AD" clId="Web-{7998ABB4-23CD-298B-00BA-D43FAF43A970}" dt="2026-04-07T03:07:46.230" v="376" actId="1076"/>
          <ac:picMkLst>
            <pc:docMk/>
            <pc:sldMk cId="4253036867" sldId="263"/>
            <ac:picMk id="11" creationId="{0D1CF53F-427C-6ECB-D36E-DBE5DD300712}"/>
          </ac:picMkLst>
        </pc:picChg>
        <pc:picChg chg="add del mod">
          <ac:chgData name="Rochelle, Zoe" userId="S::zrochelle@quinnipiac.edu::2d6ab114-924b-4485-8cb4-918913cbb26c" providerId="AD" clId="Web-{7998ABB4-23CD-298B-00BA-D43FAF43A970}" dt="2026-04-07T03:07:48.933" v="379" actId="1076"/>
          <ac:picMkLst>
            <pc:docMk/>
            <pc:sldMk cId="4253036867" sldId="263"/>
            <ac:picMk id="12" creationId="{99964757-8969-15D4-7033-EBBC36F052CD}"/>
          </ac:picMkLst>
        </pc:picChg>
      </pc:sldChg>
      <pc:sldChg chg="add replId">
        <pc:chgData name="Rochelle, Zoe" userId="S::zrochelle@quinnipiac.edu::2d6ab114-924b-4485-8cb4-918913cbb26c" providerId="AD" clId="Web-{7998ABB4-23CD-298B-00BA-D43FAF43A970}" dt="2026-04-07T03:15:08.997" v="491"/>
        <pc:sldMkLst>
          <pc:docMk/>
          <pc:sldMk cId="3918415691" sldId="265"/>
        </pc:sldMkLst>
      </pc:sldChg>
    </pc:docChg>
  </pc:docChgLst>
  <pc:docChgLst>
    <pc:chgData name="Rochelle, Zoe" userId="S::zrochelle@quinnipiac.edu::2d6ab114-924b-4485-8cb4-918913cbb26c" providerId="AD" clId="Web-{FC382D3A-B5C5-B0C9-270E-CBBB99C14FD5}"/>
    <pc:docChg chg="modSld">
      <pc:chgData name="Rochelle, Zoe" userId="S::zrochelle@quinnipiac.edu::2d6ab114-924b-4485-8cb4-918913cbb26c" providerId="AD" clId="Web-{FC382D3A-B5C5-B0C9-270E-CBBB99C14FD5}" dt="2026-04-07T02:01:19.291" v="0"/>
      <pc:docMkLst>
        <pc:docMk/>
      </pc:docMkLst>
      <pc:sldChg chg="addSp modSp">
        <pc:chgData name="Rochelle, Zoe" userId="S::zrochelle@quinnipiac.edu::2d6ab114-924b-4485-8cb4-918913cbb26c" providerId="AD" clId="Web-{FC382D3A-B5C5-B0C9-270E-CBBB99C14FD5}" dt="2026-04-07T02:01:19.291" v="0"/>
        <pc:sldMkLst>
          <pc:docMk/>
          <pc:sldMk cId="0" sldId="256"/>
        </pc:sldMkLst>
      </pc:sldChg>
    </pc:docChg>
  </pc:docChgLst>
  <pc:docChgLst>
    <pc:chgData name="Rochelle, Zoe" userId="S::zrochelle@quinnipiac.edu::2d6ab114-924b-4485-8cb4-918913cbb26c" providerId="AD" clId="Web-{E154D3FE-A89D-CF03-B306-0CA5D3E2616D}"/>
    <pc:docChg chg="modSld">
      <pc:chgData name="Rochelle, Zoe" userId="S::zrochelle@quinnipiac.edu::2d6ab114-924b-4485-8cb4-918913cbb26c" providerId="AD" clId="Web-{E154D3FE-A89D-CF03-B306-0CA5D3E2616D}" dt="2026-04-07T15:04:18.831" v="15" actId="20577"/>
      <pc:docMkLst>
        <pc:docMk/>
      </pc:docMkLst>
      <pc:sldChg chg="modSp">
        <pc:chgData name="Rochelle, Zoe" userId="S::zrochelle@quinnipiac.edu::2d6ab114-924b-4485-8cb4-918913cbb26c" providerId="AD" clId="Web-{E154D3FE-A89D-CF03-B306-0CA5D3E2616D}" dt="2026-04-07T15:04:18.831" v="15" actId="20577"/>
        <pc:sldMkLst>
          <pc:docMk/>
          <pc:sldMk cId="0" sldId="256"/>
        </pc:sldMkLst>
        <pc:spChg chg="mod">
          <ac:chgData name="Rochelle, Zoe" userId="S::zrochelle@quinnipiac.edu::2d6ab114-924b-4485-8cb4-918913cbb26c" providerId="AD" clId="Web-{E154D3FE-A89D-CF03-B306-0CA5D3E2616D}" dt="2026-04-07T15:04:18.831" v="15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Rochelle, Zoe" userId="S::zrochelle@quinnipiac.edu::2d6ab114-924b-4485-8cb4-918913cbb26c" providerId="AD" clId="Web-{E154D3FE-A89D-CF03-B306-0CA5D3E2616D}" dt="2026-04-07T14:43:42.680" v="1" actId="20577"/>
        <pc:sldMkLst>
          <pc:docMk/>
          <pc:sldMk cId="0" sldId="257"/>
        </pc:sldMkLst>
        <pc:spChg chg="mod">
          <ac:chgData name="Rochelle, Zoe" userId="S::zrochelle@quinnipiac.edu::2d6ab114-924b-4485-8cb4-918913cbb26c" providerId="AD" clId="Web-{E154D3FE-A89D-CF03-B306-0CA5D3E2616D}" dt="2026-04-07T14:43:42.680" v="1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">
        <pc:chgData name="Rochelle, Zoe" userId="S::zrochelle@quinnipiac.edu::2d6ab114-924b-4485-8cb4-918913cbb26c" providerId="AD" clId="Web-{E154D3FE-A89D-CF03-B306-0CA5D3E2616D}" dt="2026-04-07T14:52:13.319" v="12" actId="20577"/>
        <pc:sldMkLst>
          <pc:docMk/>
          <pc:sldMk cId="0" sldId="259"/>
        </pc:sldMkLst>
        <pc:spChg chg="mod">
          <ac:chgData name="Rochelle, Zoe" userId="S::zrochelle@quinnipiac.edu::2d6ab114-924b-4485-8cb4-918913cbb26c" providerId="AD" clId="Web-{E154D3FE-A89D-CF03-B306-0CA5D3E2616D}" dt="2026-04-07T14:52:13.319" v="12" actId="20577"/>
          <ac:spMkLst>
            <pc:docMk/>
            <pc:sldMk cId="0" sldId="259"/>
            <ac:spMk id="6" creationId="{00000000-0000-0000-0000-000000000000}"/>
          </ac:spMkLst>
        </pc:spChg>
      </pc:sldChg>
      <pc:sldChg chg="modSp">
        <pc:chgData name="Rochelle, Zoe" userId="S::zrochelle@quinnipiac.edu::2d6ab114-924b-4485-8cb4-918913cbb26c" providerId="AD" clId="Web-{E154D3FE-A89D-CF03-B306-0CA5D3E2616D}" dt="2026-04-07T14:48:38.872" v="4" actId="20577"/>
        <pc:sldMkLst>
          <pc:docMk/>
          <pc:sldMk cId="197180991" sldId="262"/>
        </pc:sldMkLst>
        <pc:spChg chg="mod">
          <ac:chgData name="Rochelle, Zoe" userId="S::zrochelle@quinnipiac.edu::2d6ab114-924b-4485-8cb4-918913cbb26c" providerId="AD" clId="Web-{E154D3FE-A89D-CF03-B306-0CA5D3E2616D}" dt="2026-04-07T14:48:38.872" v="4" actId="20577"/>
          <ac:spMkLst>
            <pc:docMk/>
            <pc:sldMk cId="197180991" sldId="262"/>
            <ac:spMk id="12" creationId="{266C9908-8B23-97DC-702C-4E4D0688A868}"/>
          </ac:spMkLst>
        </pc:spChg>
      </pc:sldChg>
      <pc:sldChg chg="modSp">
        <pc:chgData name="Rochelle, Zoe" userId="S::zrochelle@quinnipiac.edu::2d6ab114-924b-4485-8cb4-918913cbb26c" providerId="AD" clId="Web-{E154D3FE-A89D-CF03-B306-0CA5D3E2616D}" dt="2026-04-07T14:49:46.936" v="6" actId="20577"/>
        <pc:sldMkLst>
          <pc:docMk/>
          <pc:sldMk cId="2274950879" sldId="266"/>
        </pc:sldMkLst>
        <pc:spChg chg="mod">
          <ac:chgData name="Rochelle, Zoe" userId="S::zrochelle@quinnipiac.edu::2d6ab114-924b-4485-8cb4-918913cbb26c" providerId="AD" clId="Web-{E154D3FE-A89D-CF03-B306-0CA5D3E2616D}" dt="2026-04-07T14:49:46.936" v="6" actId="20577"/>
          <ac:spMkLst>
            <pc:docMk/>
            <pc:sldMk cId="2274950879" sldId="266"/>
            <ac:spMk id="6" creationId="{95A0EFEF-F5BD-0A5E-6CA2-2F587BE5DCE2}"/>
          </ac:spMkLst>
        </pc:spChg>
      </pc:sldChg>
      <pc:sldChg chg="modSp">
        <pc:chgData name="Rochelle, Zoe" userId="S::zrochelle@quinnipiac.edu::2d6ab114-924b-4485-8cb4-918913cbb26c" providerId="AD" clId="Web-{E154D3FE-A89D-CF03-B306-0CA5D3E2616D}" dt="2026-04-07T14:55:22.254" v="13" actId="14100"/>
        <pc:sldMkLst>
          <pc:docMk/>
          <pc:sldMk cId="2280100369" sldId="269"/>
        </pc:sldMkLst>
        <pc:spChg chg="mod">
          <ac:chgData name="Rochelle, Zoe" userId="S::zrochelle@quinnipiac.edu::2d6ab114-924b-4485-8cb4-918913cbb26c" providerId="AD" clId="Web-{E154D3FE-A89D-CF03-B306-0CA5D3E2616D}" dt="2026-04-07T14:55:22.254" v="13" actId="14100"/>
          <ac:spMkLst>
            <pc:docMk/>
            <pc:sldMk cId="2280100369" sldId="269"/>
            <ac:spMk id="5" creationId="{CD6A485D-6156-46F3-A76B-4D2BA2D34B91}"/>
          </ac:spMkLst>
        </pc:spChg>
      </pc:sldChg>
    </pc:docChg>
  </pc:docChgLst>
  <pc:docChgLst>
    <pc:chgData name="Rochelle, Zoe" userId="S::zrochelle@quinnipiac.edu::2d6ab114-924b-4485-8cb4-918913cbb26c" providerId="AD" clId="Web-{A779C233-CCD3-D091-F3F2-5FB22CF6214B}"/>
    <pc:docChg chg="modSld">
      <pc:chgData name="Rochelle, Zoe" userId="S::zrochelle@quinnipiac.edu::2d6ab114-924b-4485-8cb4-918913cbb26c" providerId="AD" clId="Web-{A779C233-CCD3-D091-F3F2-5FB22CF6214B}" dt="2026-04-07T02:00:17.232" v="11" actId="20577"/>
      <pc:docMkLst>
        <pc:docMk/>
      </pc:docMkLst>
      <pc:sldChg chg="modSp">
        <pc:chgData name="Rochelle, Zoe" userId="S::zrochelle@quinnipiac.edu::2d6ab114-924b-4485-8cb4-918913cbb26c" providerId="AD" clId="Web-{A779C233-CCD3-D091-F3F2-5FB22CF6214B}" dt="2026-04-07T01:58:47.478" v="10" actId="20577"/>
        <pc:sldMkLst>
          <pc:docMk/>
          <pc:sldMk cId="0" sldId="256"/>
        </pc:sldMkLst>
        <pc:spChg chg="mod">
          <ac:chgData name="Rochelle, Zoe" userId="S::zrochelle@quinnipiac.edu::2d6ab114-924b-4485-8cb4-918913cbb26c" providerId="AD" clId="Web-{A779C233-CCD3-D091-F3F2-5FB22CF6214B}" dt="2026-04-07T01:58:47.478" v="10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Rochelle, Zoe" userId="S::zrochelle@quinnipiac.edu::2d6ab114-924b-4485-8cb4-918913cbb26c" providerId="AD" clId="Web-{A779C233-CCD3-D091-F3F2-5FB22CF6214B}" dt="2026-04-07T02:00:17.232" v="11" actId="20577"/>
        <pc:sldMkLst>
          <pc:docMk/>
          <pc:sldMk cId="0" sldId="257"/>
        </pc:sldMkLst>
        <pc:spChg chg="mod">
          <ac:chgData name="Rochelle, Zoe" userId="S::zrochelle@quinnipiac.edu::2d6ab114-924b-4485-8cb4-918913cbb26c" providerId="AD" clId="Web-{A779C233-CCD3-D091-F3F2-5FB22CF6214B}" dt="2026-04-07T02:00:17.232" v="11" actId="20577"/>
          <ac:spMkLst>
            <pc:docMk/>
            <pc:sldMk cId="0" sldId="257"/>
            <ac:spMk id="6" creationId="{00000000-0000-0000-0000-000000000000}"/>
          </ac:spMkLst>
        </pc:spChg>
      </pc:sldChg>
    </pc:docChg>
  </pc:docChgLst>
  <pc:docChgLst>
    <pc:chgData name="Rochelle, Zoe" userId="S::zrochelle@quinnipiac.edu::2d6ab114-924b-4485-8cb4-918913cbb26c" providerId="AD" clId="Web-{B389DB9A-A657-D702-F2BC-0FEBAE2401AC}"/>
    <pc:docChg chg="modSld">
      <pc:chgData name="Rochelle, Zoe" userId="S::zrochelle@quinnipiac.edu::2d6ab114-924b-4485-8cb4-918913cbb26c" providerId="AD" clId="Web-{B389DB9A-A657-D702-F2BC-0FEBAE2401AC}" dt="2026-04-13T01:24:31.234" v="1"/>
      <pc:docMkLst>
        <pc:docMk/>
      </pc:docMkLst>
      <pc:sldChg chg="addSp modSp">
        <pc:chgData name="Rochelle, Zoe" userId="S::zrochelle@quinnipiac.edu::2d6ab114-924b-4485-8cb4-918913cbb26c" providerId="AD" clId="Web-{B389DB9A-A657-D702-F2BC-0FEBAE2401AC}" dt="2026-04-13T01:24:31.234" v="1"/>
        <pc:sldMkLst>
          <pc:docMk/>
          <pc:sldMk cId="1188425912" sldId="268"/>
        </pc:sldMkLst>
        <pc:graphicFrameChg chg="mod topLvl modGraphic">
          <ac:chgData name="Rochelle, Zoe" userId="S::zrochelle@quinnipiac.edu::2d6ab114-924b-4485-8cb4-918913cbb26c" providerId="AD" clId="Web-{B389DB9A-A657-D702-F2BC-0FEBAE2401AC}" dt="2026-04-13T01:24:31.234" v="1"/>
          <ac:graphicFrameMkLst>
            <pc:docMk/>
            <pc:sldMk cId="1188425912" sldId="268"/>
            <ac:graphicFrameMk id="9" creationId="{5E1D4AB1-2656-A812-4DC6-A2D094828474}"/>
          </ac:graphicFrameMkLst>
        </pc:graphicFrameChg>
      </pc:sldChg>
    </pc:docChg>
  </pc:docChgLst>
  <pc:docChgLst>
    <pc:chgData name="Rochelle, Zoe" userId="S::zrochelle@quinnipiac.edu::2d6ab114-924b-4485-8cb4-918913cbb26c" providerId="AD" clId="Web-{463CFDCD-D60B-0C46-DF8D-564B49679778}"/>
    <pc:docChg chg="modSld">
      <pc:chgData name="Rochelle, Zoe" userId="S::zrochelle@quinnipiac.edu::2d6ab114-924b-4485-8cb4-918913cbb26c" providerId="AD" clId="Web-{463CFDCD-D60B-0C46-DF8D-564B49679778}" dt="2026-04-07T02:17:21.826" v="1" actId="20577"/>
      <pc:docMkLst>
        <pc:docMk/>
      </pc:docMkLst>
      <pc:sldChg chg="modSp">
        <pc:chgData name="Rochelle, Zoe" userId="S::zrochelle@quinnipiac.edu::2d6ab114-924b-4485-8cb4-918913cbb26c" providerId="AD" clId="Web-{463CFDCD-D60B-0C46-DF8D-564B49679778}" dt="2026-04-07T02:17:21.826" v="1" actId="20577"/>
        <pc:sldMkLst>
          <pc:docMk/>
          <pc:sldMk cId="0" sldId="256"/>
        </pc:sldMkLst>
        <pc:spChg chg="mod">
          <ac:chgData name="Rochelle, Zoe" userId="S::zrochelle@quinnipiac.edu::2d6ab114-924b-4485-8cb4-918913cbb26c" providerId="AD" clId="Web-{463CFDCD-D60B-0C46-DF8D-564B49679778}" dt="2026-04-07T02:17:21.826" v="1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quinnipiacuniversity-my.sharepoint.com/personal/zrochelle_quinnipiac_edu/Documents/loneliness_outline_presentation_ColumnCluster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Cross Validation Results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Sheet1!$B$1:$K$1</c:f>
              <c:strCache>
                <c:ptCount val="10"/>
                <c:pt idx="0">
                  <c:v>accuracy_mean</c:v>
                </c:pt>
                <c:pt idx="1">
                  <c:v>accuracy_std</c:v>
                </c:pt>
                <c:pt idx="2">
                  <c:v>precision_mean</c:v>
                </c:pt>
                <c:pt idx="3">
                  <c:v>precision_std</c:v>
                </c:pt>
                <c:pt idx="4">
                  <c:v>recall_mean</c:v>
                </c:pt>
                <c:pt idx="5">
                  <c:v>recall_std</c:v>
                </c:pt>
                <c:pt idx="6">
                  <c:v>f1_mean</c:v>
                </c:pt>
                <c:pt idx="7">
                  <c:v>f1_std</c:v>
                </c:pt>
                <c:pt idx="8">
                  <c:v>roc_auc_mean</c:v>
                </c:pt>
                <c:pt idx="9">
                  <c:v>roc_auc_std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10"/>
                <c:pt idx="0">
                  <c:v>0.7</c:v>
                </c:pt>
                <c:pt idx="1">
                  <c:v>0.24490000000000001</c:v>
                </c:pt>
                <c:pt idx="2">
                  <c:v>0.7</c:v>
                </c:pt>
                <c:pt idx="3">
                  <c:v>0.24490000000000001</c:v>
                </c:pt>
                <c:pt idx="4">
                  <c:v>1</c:v>
                </c:pt>
                <c:pt idx="5">
                  <c:v>0</c:v>
                </c:pt>
                <c:pt idx="6">
                  <c:v>0.8</c:v>
                </c:pt>
                <c:pt idx="7">
                  <c:v>0.1633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9A-4BE9-A012-457EBEFD5174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Sheet1!$B$1:$K$1</c:f>
              <c:strCache>
                <c:ptCount val="10"/>
                <c:pt idx="0">
                  <c:v>accuracy_mean</c:v>
                </c:pt>
                <c:pt idx="1">
                  <c:v>accuracy_std</c:v>
                </c:pt>
                <c:pt idx="2">
                  <c:v>precision_mean</c:v>
                </c:pt>
                <c:pt idx="3">
                  <c:v>precision_std</c:v>
                </c:pt>
                <c:pt idx="4">
                  <c:v>recall_mean</c:v>
                </c:pt>
                <c:pt idx="5">
                  <c:v>recall_std</c:v>
                </c:pt>
                <c:pt idx="6">
                  <c:v>f1_mean</c:v>
                </c:pt>
                <c:pt idx="7">
                  <c:v>f1_std</c:v>
                </c:pt>
                <c:pt idx="8">
                  <c:v>roc_auc_mean</c:v>
                </c:pt>
                <c:pt idx="9">
                  <c:v>roc_auc_std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10"/>
                <c:pt idx="0">
                  <c:v>0.3</c:v>
                </c:pt>
                <c:pt idx="1">
                  <c:v>0.24490000000000001</c:v>
                </c:pt>
                <c:pt idx="2">
                  <c:v>0.2</c:v>
                </c:pt>
                <c:pt idx="3">
                  <c:v>0.24490000000000001</c:v>
                </c:pt>
                <c:pt idx="4">
                  <c:v>0.4</c:v>
                </c:pt>
                <c:pt idx="5">
                  <c:v>0.4899</c:v>
                </c:pt>
                <c:pt idx="6">
                  <c:v>0.26669999999999999</c:v>
                </c:pt>
                <c:pt idx="7">
                  <c:v>0.3266</c:v>
                </c:pt>
                <c:pt idx="8">
                  <c:v>0.2</c:v>
                </c:pt>
                <c:pt idx="9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F9A-4BE9-A012-457EBEFD5174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Sheet1!$B$1:$K$1</c:f>
              <c:strCache>
                <c:ptCount val="10"/>
                <c:pt idx="0">
                  <c:v>accuracy_mean</c:v>
                </c:pt>
                <c:pt idx="1">
                  <c:v>accuracy_std</c:v>
                </c:pt>
                <c:pt idx="2">
                  <c:v>precision_mean</c:v>
                </c:pt>
                <c:pt idx="3">
                  <c:v>precision_std</c:v>
                </c:pt>
                <c:pt idx="4">
                  <c:v>recall_mean</c:v>
                </c:pt>
                <c:pt idx="5">
                  <c:v>recall_std</c:v>
                </c:pt>
                <c:pt idx="6">
                  <c:v>f1_mean</c:v>
                </c:pt>
                <c:pt idx="7">
                  <c:v>f1_std</c:v>
                </c:pt>
                <c:pt idx="8">
                  <c:v>roc_auc_mean</c:v>
                </c:pt>
                <c:pt idx="9">
                  <c:v>roc_auc_std</c:v>
                </c:pt>
              </c:strCache>
            </c:strRef>
          </c:cat>
          <c:val>
            <c:numRef>
              <c:f>Sheet1!$B$4:$K$4</c:f>
              <c:numCache>
                <c:formatCode>General</c:formatCode>
                <c:ptCount val="10"/>
                <c:pt idx="0">
                  <c:v>0.4</c:v>
                </c:pt>
                <c:pt idx="1">
                  <c:v>0.2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0.4</c:v>
                </c:pt>
                <c:pt idx="6">
                  <c:v>0.1333</c:v>
                </c:pt>
                <c:pt idx="7">
                  <c:v>0.26669999999999999</c:v>
                </c:pt>
                <c:pt idx="8">
                  <c:v>0.8</c:v>
                </c:pt>
                <c:pt idx="9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F9A-4BE9-A012-457EBEFD5174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Neural Network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Sheet1!$B$1:$K$1</c:f>
              <c:strCache>
                <c:ptCount val="10"/>
                <c:pt idx="0">
                  <c:v>accuracy_mean</c:v>
                </c:pt>
                <c:pt idx="1">
                  <c:v>accuracy_std</c:v>
                </c:pt>
                <c:pt idx="2">
                  <c:v>precision_mean</c:v>
                </c:pt>
                <c:pt idx="3">
                  <c:v>precision_std</c:v>
                </c:pt>
                <c:pt idx="4">
                  <c:v>recall_mean</c:v>
                </c:pt>
                <c:pt idx="5">
                  <c:v>recall_std</c:v>
                </c:pt>
                <c:pt idx="6">
                  <c:v>f1_mean</c:v>
                </c:pt>
                <c:pt idx="7">
                  <c:v>f1_std</c:v>
                </c:pt>
                <c:pt idx="8">
                  <c:v>roc_auc_mean</c:v>
                </c:pt>
                <c:pt idx="9">
                  <c:v>roc_auc_std</c:v>
                </c:pt>
              </c:strCache>
            </c:strRef>
          </c:cat>
          <c:val>
            <c:numRef>
              <c:f>Sheet1!$B$5:$K$5</c:f>
              <c:numCache>
                <c:formatCode>General</c:formatCode>
                <c:ptCount val="10"/>
                <c:pt idx="0">
                  <c:v>0.5</c:v>
                </c:pt>
                <c:pt idx="1">
                  <c:v>0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0.4</c:v>
                </c:pt>
                <c:pt idx="6">
                  <c:v>0.1333</c:v>
                </c:pt>
                <c:pt idx="7">
                  <c:v>0.26669999999999999</c:v>
                </c:pt>
                <c:pt idx="8">
                  <c:v>0.4</c:v>
                </c:pt>
                <c:pt idx="9">
                  <c:v>0.4899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F9A-4BE9-A012-457EBEFD51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0802096"/>
        <c:axId val="630805936"/>
      </c:barChart>
      <c:catAx>
        <c:axId val="630802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0805936"/>
        <c:crosses val="autoZero"/>
        <c:auto val="1"/>
        <c:lblAlgn val="ctr"/>
        <c:lblOffset val="100"/>
        <c:noMultiLvlLbl val="0"/>
      </c:catAx>
      <c:valAx>
        <c:axId val="630805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0802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EBA16B-5CD1-4CE1-AFB9-EE114490FB34}" type="datetimeFigureOut"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B3A42E-DE08-4D7E-891C-88E56E0EF9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09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E1C1D-F6AE-8E18-E565-C1812E78E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919BFF-52B8-2660-D671-4AFDD96CC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72A624-C14D-B5A0-3F97-9358B6F91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A0471-BB86-E27E-329E-DC659C8DB7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59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12BBB-9769-3EE1-AD5C-F2E070A00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500F9-40EB-A1F2-0CDE-69E8A6592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8FE57E-DFE8-884C-A239-894CFDE5C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9816C-9297-F01C-661F-0200B4EC0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43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7D91B-4943-60CC-A53C-52517A836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EBD27-CB93-63E5-9C4E-CAD30C0E5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FF5929-147A-9906-1464-B543119B7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671E8-6582-53B6-22FB-8BEF20DCA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50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41D47-7612-49B0-F5A2-FD7E969E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440CC-01BA-A6C5-1C89-BEA3422C7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EA4AD9-73DD-990A-961A-7CFC15216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96EDF-4FCD-418A-C5AA-52BA0E755D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85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59D2E-4169-9243-280B-B88A8D2BE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C2E1D-38BE-7269-111E-CD9D09BD1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8C72C-ABFF-560A-3890-9C5AB03AC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69085-5A35-9044-829A-860018BF28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71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535F8-771B-8679-B925-F456FF836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4E0EB-656E-9562-D66E-79D2E5F57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D31BD-C023-28F5-CB4E-5FA38A4EE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4E61F-234A-040C-0CC1-BB3D3F199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85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9FE1C-249C-79C2-3223-1E9B187C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01868-086D-507D-CD01-39917654A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064B0F-68DE-8627-62EA-DC9A3DEAF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6A575-47E4-0369-E81C-47E975D7F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32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D56C8-99FC-6073-E121-58F53080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518F97-6C73-10FC-97FA-D82131E2C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D6CC8-1D5C-FC0C-AD11-92F863E61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9E4DF-7DFC-783A-01D3-08CF15BD77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02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Analysis of Multimodal Health Dataset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115568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xgboost.readthedocs.io/en/stable/get_started.html" TargetMode="External"/><Relationship Id="rId3" Type="http://schemas.openxmlformats.org/officeDocument/2006/relationships/hyperlink" Target="https://dl.acm.org/doi/10.1145/3721201.3721380&#8203;" TargetMode="External"/><Relationship Id="rId7" Type="http://schemas.openxmlformats.org/officeDocument/2006/relationships/hyperlink" Target="https://scikit-learn.org/stable/modules/neural_networks_supervised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ikit-learn.org/stable/modules/generated/sklearn.ensemble.RandomForestClassifier.html" TargetMode="External"/><Relationship Id="rId5" Type="http://schemas.openxmlformats.org/officeDocument/2006/relationships/hyperlink" Target="https://scikit-learn.org/stable/modules/svm.html" TargetMode="External"/><Relationship Id="rId4" Type="http://schemas.openxmlformats.org/officeDocument/2006/relationships/hyperlink" Target="https://datadryad.org/dataset/doi:10.5061/dryad.qz612jmr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438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Machine Learning Analysis of Multimodal Health Dataset</a:t>
            </a:r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76216" y="2611924"/>
            <a:ext cx="9177826" cy="3082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>
                <a:solidFill>
                  <a:srgbClr val="000000"/>
                </a:solidFill>
                <a:ea typeface="Calibri"/>
                <a:cs typeface="Calibri"/>
              </a:rPr>
              <a:t>Intelligent Systems - CSC 500</a:t>
            </a:r>
            <a:endParaRPr lang="en-US"/>
          </a:p>
          <a:p>
            <a:r>
              <a:rPr lang="en-US" sz="2000">
                <a:solidFill>
                  <a:srgbClr val="000000"/>
                </a:solidFill>
                <a:ea typeface="Calibri"/>
                <a:cs typeface="Calibri"/>
              </a:rPr>
              <a:t>Zoe Rochelle</a:t>
            </a:r>
          </a:p>
          <a:p>
            <a:r>
              <a:rPr lang="en-US" sz="2000">
                <a:solidFill>
                  <a:srgbClr val="000000"/>
                </a:solidFill>
                <a:ea typeface="Calibri"/>
                <a:cs typeface="Calibri"/>
              </a:rPr>
              <a:t>Team 3</a:t>
            </a:r>
            <a:endParaRPr lang="en-US" sz="2000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000">
                <a:solidFill>
                  <a:srgbClr val="000000"/>
                </a:solidFill>
                <a:ea typeface="Calibri"/>
                <a:cs typeface="Calibri"/>
              </a:rPr>
              <a:t>04-05-2026</a:t>
            </a:r>
            <a:endParaRPr lang="en-US" sz="200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sz="200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b="1" dirty="0"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77643" y="1878278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E8EE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4803" y="206115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D4ED8"/>
                </a:solidFill>
                <a:latin typeface="Calibri"/>
                <a:ea typeface="Calibri"/>
                <a:cs typeface="Calibri"/>
              </a:rPr>
              <a:t>Predict High vs. Low Loneliness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6716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0D15B4E3-3956-2F56-B983-5BD0FE32E851}"/>
              </a:ext>
            </a:extLst>
          </p:cNvPr>
          <p:cNvSpPr/>
          <p:nvPr/>
        </p:nvSpPr>
        <p:spPr>
          <a:xfrm>
            <a:off x="594360" y="1143000"/>
            <a:ext cx="594360" cy="438912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25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ea typeface="Calibri"/>
                <a:cs typeface="Calibri"/>
              </a:rPr>
              <a:t>0</a:t>
            </a:r>
            <a:endParaRPr lang="en-US" sz="18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25880" y="1179845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Workflow tools</a:t>
            </a: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108356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7052" y="1993392"/>
            <a:ext cx="4085155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>
              <a:buSzPct val="100000"/>
            </a:pPr>
            <a:r>
              <a:rPr lang="en-US" sz="2200" b="1">
                <a:solidFill>
                  <a:srgbClr val="374151"/>
                </a:solidFill>
                <a:ea typeface="Calibri"/>
                <a:cs typeface="Calibri"/>
              </a:rPr>
              <a:t>Tech Stack</a:t>
            </a:r>
            <a:endParaRPr lang="en-US" sz="2200" b="1" dirty="0">
              <a:solidFill>
                <a:srgbClr val="374151"/>
              </a:solidFill>
              <a:ea typeface="Calibri"/>
              <a:cs typeface="Calibri"/>
            </a:endParaRPr>
          </a:p>
          <a:p>
            <a:pPr lvl="1"/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Workspace: VS Code/</a:t>
            </a:r>
            <a:r>
              <a:rPr lang="en-US" sz="2200" dirty="0" err="1">
                <a:solidFill>
                  <a:srgbClr val="374151"/>
                </a:solidFill>
                <a:ea typeface="Calibri"/>
                <a:cs typeface="Calibri"/>
              </a:rPr>
              <a:t>Github</a:t>
            </a:r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pPr lvl="1"/>
            <a:r>
              <a:rPr lang="en-US" sz="2200">
                <a:solidFill>
                  <a:srgbClr val="374151"/>
                </a:solidFill>
                <a:ea typeface="Calibri"/>
                <a:cs typeface="Calibri"/>
              </a:rPr>
              <a:t>Platform: AWS</a:t>
            </a:r>
          </a:p>
          <a:p>
            <a:pPr lvl="2"/>
            <a:r>
              <a:rPr lang="en-US" sz="2200">
                <a:solidFill>
                  <a:srgbClr val="374151"/>
                </a:solidFill>
                <a:ea typeface="Calibri"/>
                <a:cs typeface="Calibri"/>
              </a:rPr>
              <a:t>Storage: S3</a:t>
            </a:r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pPr lvl="2"/>
            <a:r>
              <a:rPr lang="en-US" sz="2200">
                <a:solidFill>
                  <a:srgbClr val="374151"/>
                </a:solidFill>
                <a:ea typeface="Calibri"/>
                <a:cs typeface="Calibri"/>
              </a:rPr>
              <a:t>Compute: Glue/Spark</a:t>
            </a:r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pPr lvl="2"/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SQL/DB:</a:t>
            </a:r>
            <a:r>
              <a:rPr lang="en-US" sz="2200">
                <a:solidFill>
                  <a:srgbClr val="374151"/>
                </a:solidFill>
                <a:ea typeface="Calibri"/>
                <a:cs typeface="Calibri"/>
              </a:rPr>
              <a:t> Athena</a:t>
            </a:r>
            <a:endParaRPr lang="en-US">
              <a:ea typeface="Calibri"/>
              <a:cs typeface="Calibri"/>
            </a:endParaRPr>
          </a:p>
          <a:p>
            <a:pPr lvl="1"/>
            <a:endParaRPr lang="en-US" err="1">
              <a:ea typeface="+mn-lt"/>
              <a:cs typeface="+mn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56716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4E8584A-3D9A-8255-E179-B78658491363}"/>
              </a:ext>
            </a:extLst>
          </p:cNvPr>
          <p:cNvSpPr/>
          <p:nvPr/>
        </p:nvSpPr>
        <p:spPr>
          <a:xfrm>
            <a:off x="6784722" y="1993391"/>
            <a:ext cx="3594553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>
              <a:buSzPct val="100000"/>
            </a:pPr>
            <a:r>
              <a:rPr lang="en-US" sz="2200" b="1">
                <a:solidFill>
                  <a:srgbClr val="374151"/>
                </a:solidFill>
                <a:ea typeface="Calibri"/>
                <a:cs typeface="Calibri"/>
              </a:rPr>
              <a:t>Modules/Libraries</a:t>
            </a:r>
            <a:endParaRPr lang="en-US" sz="2200" b="1" dirty="0">
              <a:solidFill>
                <a:srgbClr val="374151"/>
              </a:solidFill>
              <a:ea typeface="Calibri"/>
              <a:cs typeface="Calibri"/>
            </a:endParaRPr>
          </a:p>
          <a:p>
            <a:pPr lvl="1"/>
            <a:r>
              <a:rPr lang="en-US" sz="2200" dirty="0" err="1">
                <a:solidFill>
                  <a:srgbClr val="374151"/>
                </a:solidFill>
                <a:ea typeface="+mn-lt"/>
                <a:cs typeface="+mn-lt"/>
              </a:rPr>
              <a:t>PySpark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(ETL)</a:t>
            </a:r>
            <a:endParaRPr lang="en-US" sz="2200" dirty="0" err="1">
              <a:solidFill>
                <a:srgbClr val="374151"/>
              </a:solidFill>
              <a:ea typeface="+mn-lt"/>
              <a:cs typeface="+mn-lt"/>
            </a:endParaRPr>
          </a:p>
          <a:p>
            <a:pPr lvl="1"/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Pandas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NumPy</a:t>
            </a:r>
            <a:endParaRPr lang="en-US" dirty="0" err="1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Scikit-Learn</a:t>
            </a:r>
            <a:endParaRPr lang="en-US">
              <a:ea typeface="+mn-lt"/>
              <a:cs typeface="+mn-lt"/>
            </a:endParaRPr>
          </a:p>
          <a:p>
            <a:pPr lvl="1"/>
            <a:r>
              <a:rPr lang="en-US" sz="2200" err="1">
                <a:solidFill>
                  <a:srgbClr val="374151"/>
                </a:solidFill>
                <a:ea typeface="+mn-lt"/>
                <a:cs typeface="+mn-lt"/>
              </a:rPr>
              <a:t>XGBoost</a:t>
            </a:r>
            <a:endParaRPr lang="en-US" err="1">
              <a:ea typeface="+mn-lt"/>
              <a:cs typeface="+mn-lt"/>
            </a:endParaRPr>
          </a:p>
          <a:p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26586-825C-951A-AAA2-9B7EE8EBB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049845-B7A7-CE3B-3324-C5133253B296}"/>
              </a:ext>
            </a:extLst>
          </p:cNvPr>
          <p:cNvSpPr/>
          <p:nvPr/>
        </p:nvSpPr>
        <p:spPr>
          <a:xfrm>
            <a:off x="594360" y="1143000"/>
            <a:ext cx="594360" cy="438912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E4C2BE-0058-3F11-60FB-504E83ED6871}"/>
              </a:ext>
            </a:extLst>
          </p:cNvPr>
          <p:cNvSpPr/>
          <p:nvPr/>
        </p:nvSpPr>
        <p:spPr>
          <a:xfrm>
            <a:off x="594360" y="1225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ea typeface="Calibri"/>
                <a:cs typeface="Calibri"/>
              </a:rPr>
              <a:t>0</a:t>
            </a:r>
            <a:endParaRPr lang="en-US" sz="18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882030-E8C0-661B-5080-B7B910570965}"/>
              </a:ext>
            </a:extLst>
          </p:cNvPr>
          <p:cNvSpPr/>
          <p:nvPr/>
        </p:nvSpPr>
        <p:spPr>
          <a:xfrm>
            <a:off x="1325880" y="1172937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Workflow overview: AWS</a:t>
            </a:r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37DD4E8-A364-1EED-AA69-C592BCD8FFCB}"/>
              </a:ext>
            </a:extLst>
          </p:cNvPr>
          <p:cNvSpPr/>
          <p:nvPr/>
        </p:nvSpPr>
        <p:spPr>
          <a:xfrm>
            <a:off x="685802" y="1691641"/>
            <a:ext cx="108356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817AC7E-A6B6-77A1-6C67-51747FAF35E6}"/>
              </a:ext>
            </a:extLst>
          </p:cNvPr>
          <p:cNvSpPr/>
          <p:nvPr/>
        </p:nvSpPr>
        <p:spPr>
          <a:xfrm>
            <a:off x="1156716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10" name="Picture 9" descr="Understanding Amazon S3 Performance: Best Practices for High Throughput and  Speed | by Alice the Architect | AWS in Plain English">
            <a:extLst>
              <a:ext uri="{FF2B5EF4-FFF2-40B4-BE49-F238E27FC236}">
                <a16:creationId xmlns:a16="http://schemas.microsoft.com/office/drawing/2014/main" id="{44B0030C-F5A1-661A-91A3-F265E63A6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469" y="2057400"/>
            <a:ext cx="686844" cy="665968"/>
          </a:xfrm>
          <a:prstGeom prst="rect">
            <a:avLst/>
          </a:prstGeom>
        </p:spPr>
      </p:pic>
      <p:pic>
        <p:nvPicPr>
          <p:cNvPr id="11" name="Picture 10" descr="Role of AWS Glue in data preparation for Generative AI">
            <a:extLst>
              <a:ext uri="{FF2B5EF4-FFF2-40B4-BE49-F238E27FC236}">
                <a16:creationId xmlns:a16="http://schemas.microsoft.com/office/drawing/2014/main" id="{0D1CF53F-427C-6ECB-D36E-DBE5DD300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772" y="2054726"/>
            <a:ext cx="781965" cy="671318"/>
          </a:xfrm>
          <a:prstGeom prst="rect">
            <a:avLst/>
          </a:prstGeom>
        </p:spPr>
      </p:pic>
      <p:pic>
        <p:nvPicPr>
          <p:cNvPr id="12" name="Picture 11" descr="AWS Athena | AWS Analytics">
            <a:extLst>
              <a:ext uri="{FF2B5EF4-FFF2-40B4-BE49-F238E27FC236}">
                <a16:creationId xmlns:a16="http://schemas.microsoft.com/office/drawing/2014/main" id="{99964757-8969-15D4-7033-EBBC36F052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5686" y="1989811"/>
            <a:ext cx="780269" cy="6863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C14535-3383-0D08-3719-FF374A20BC83}"/>
              </a:ext>
            </a:extLst>
          </p:cNvPr>
          <p:cNvSpPr txBox="1"/>
          <p:nvPr/>
        </p:nvSpPr>
        <p:spPr>
          <a:xfrm>
            <a:off x="3311186" y="2695442"/>
            <a:ext cx="5929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S3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F0E2B5-63A3-FDDE-8EDB-EFAF56C292C3}"/>
              </a:ext>
            </a:extLst>
          </p:cNvPr>
          <p:cNvSpPr txBox="1"/>
          <p:nvPr/>
        </p:nvSpPr>
        <p:spPr>
          <a:xfrm>
            <a:off x="5075268" y="2664126"/>
            <a:ext cx="135499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Glue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61C3F3-2E60-973E-0FB0-69F2355CDB9C}"/>
              </a:ext>
            </a:extLst>
          </p:cNvPr>
          <p:cNvSpPr txBox="1"/>
          <p:nvPr/>
        </p:nvSpPr>
        <p:spPr>
          <a:xfrm>
            <a:off x="7465650" y="2674563"/>
            <a:ext cx="13028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Athena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2FB51C-2318-5537-BF64-A94E427DAE11}"/>
              </a:ext>
            </a:extLst>
          </p:cNvPr>
          <p:cNvSpPr txBox="1"/>
          <p:nvPr/>
        </p:nvSpPr>
        <p:spPr>
          <a:xfrm>
            <a:off x="1418326" y="3812697"/>
            <a:ext cx="963905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S3 </a:t>
            </a:r>
            <a:r>
              <a:rPr lang="en-US">
                <a:ea typeface="Calibri"/>
                <a:cs typeface="Calibri"/>
              </a:rPr>
              <a:t>-&gt; store the dataset and tables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b="1">
                <a:ea typeface="Calibri"/>
                <a:cs typeface="Calibri"/>
              </a:rPr>
              <a:t>Glue/Spark</a:t>
            </a:r>
            <a:r>
              <a:rPr lang="en-US">
                <a:ea typeface="Calibri"/>
                <a:cs typeface="Calibri"/>
              </a:rPr>
              <a:t> -&gt; data cleanup, transformations, building Athena tables, data processing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b="1" dirty="0">
                <a:ea typeface="Calibri"/>
                <a:cs typeface="Calibri"/>
              </a:rPr>
              <a:t>Athena </a:t>
            </a:r>
            <a:r>
              <a:rPr lang="en-US" dirty="0">
                <a:ea typeface="Calibri"/>
                <a:cs typeface="Calibri"/>
              </a:rPr>
              <a:t>-&gt; </a:t>
            </a:r>
            <a:r>
              <a:rPr lang="en-US">
                <a:ea typeface="Calibri"/>
                <a:cs typeface="Calibri"/>
              </a:rPr>
              <a:t>querying/viewing data: Aware, Oura, Watch, Survey</a:t>
            </a:r>
          </a:p>
        </p:txBody>
      </p:sp>
    </p:spTree>
    <p:extLst>
      <p:ext uri="{BB962C8B-B14F-4D97-AF65-F5344CB8AC3E}">
        <p14:creationId xmlns:p14="http://schemas.microsoft.com/office/powerpoint/2010/main" val="4253036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B0258-401A-CFB5-AA83-B4F3FE196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FAE557-7C67-BF2A-A7A9-FF108E72F3FD}"/>
              </a:ext>
            </a:extLst>
          </p:cNvPr>
          <p:cNvSpPr/>
          <p:nvPr/>
        </p:nvSpPr>
        <p:spPr>
          <a:xfrm>
            <a:off x="594360" y="1143000"/>
            <a:ext cx="594360" cy="438912"/>
          </a:xfrm>
          <a:prstGeom prst="roundRect">
            <a:avLst>
              <a:gd name="adj" fmla="val 16667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5DC27D-4903-5743-43CF-3D010227B9E4}"/>
              </a:ext>
            </a:extLst>
          </p:cNvPr>
          <p:cNvSpPr/>
          <p:nvPr/>
        </p:nvSpPr>
        <p:spPr>
          <a:xfrm>
            <a:off x="594360" y="1225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2ACA9F-B9EC-61A6-33DD-708B16A21803}"/>
              </a:ext>
            </a:extLst>
          </p:cNvPr>
          <p:cNvSpPr/>
          <p:nvPr/>
        </p:nvSpPr>
        <p:spPr>
          <a:xfrm>
            <a:off x="1325880" y="1179845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15B57A3-8AF0-1331-A773-7A6F386BA8F6}"/>
              </a:ext>
            </a:extLst>
          </p:cNvPr>
          <p:cNvSpPr/>
          <p:nvPr/>
        </p:nvSpPr>
        <p:spPr>
          <a:xfrm>
            <a:off x="685800" y="1691640"/>
            <a:ext cx="108356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B01D56-DFF0-F6E7-CB87-4538DC4A5143}"/>
              </a:ext>
            </a:extLst>
          </p:cNvPr>
          <p:cNvSpPr/>
          <p:nvPr/>
        </p:nvSpPr>
        <p:spPr>
          <a:xfrm>
            <a:off x="887052" y="1795063"/>
            <a:ext cx="10212470" cy="44772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Goal: predict </a:t>
            </a:r>
            <a:r>
              <a:rPr lang="en-US" sz="2200" b="1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high vs. low loneliness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 from a multimodal health dataset.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>
              <a:buSzPct val="100000"/>
            </a:pP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r>
              <a:rPr lang="en-US" sz="2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This is defined as </a:t>
            </a:r>
            <a:r>
              <a:rPr lang="en-US" sz="2200" b="1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supervised learning</a:t>
            </a:r>
            <a:r>
              <a:rPr lang="en-US" sz="2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, and a binary classification problem.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>
              <a:buSzPct val="100000"/>
            </a:pP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Target </a:t>
            </a:r>
            <a:r>
              <a:rPr lang="en-US" sz="2200" b="1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labels </a:t>
            </a:r>
            <a:r>
              <a:rPr lang="en-US" sz="2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were created from the 20-item UCLA Loneliness Scale.</a:t>
            </a:r>
            <a:endParaRPr lang="en-US" sz="2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2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Each participant received one total UCLA score after response mapping and reverse scoring: Never -&gt; 1, Rarely -&gt; 2, etc.</a:t>
            </a:r>
            <a:endParaRPr lang="en-US" sz="2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r>
              <a:rPr lang="en-US" sz="2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A median split was used: above the median = high loneliness; at or below the median = 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low loneliness.</a:t>
            </a:r>
            <a:endParaRPr lang="en-US" sz="2200"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Each row in the final modeling dataset represents one participant.</a:t>
            </a:r>
            <a:endParaRPr lang="en-US" sz="22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82036A5-B71E-339D-0362-171AF2D2933B}"/>
              </a:ext>
            </a:extLst>
          </p:cNvPr>
          <p:cNvSpPr/>
          <p:nvPr/>
        </p:nvSpPr>
        <p:spPr>
          <a:xfrm>
            <a:off x="1156716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8415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143000"/>
            <a:ext cx="594360" cy="43891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25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1179845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108356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93392"/>
            <a:ext cx="1014984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The dataset included </a:t>
            </a:r>
            <a:r>
              <a:rPr lang="en-US" sz="2200" b="1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AWARE 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smartphone data, </a:t>
            </a:r>
            <a:r>
              <a:rPr lang="en-US" sz="2200" b="1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Oura 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wearable data, and </a:t>
            </a:r>
            <a:r>
              <a:rPr lang="en-US" sz="2200" b="1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survey 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data.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r>
              <a:rPr lang="en-US" sz="2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Raw CSV files were cleaned, renamed when needed, and converted into Parquet 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datasets.</a:t>
            </a:r>
            <a:endParaRPr lang="en-US" sz="2200">
              <a:latin typeface="Calibri"/>
              <a:ea typeface="Calibri"/>
              <a:cs typeface="Calibri"/>
            </a:endParaRPr>
          </a:p>
          <a:p>
            <a:pPr>
              <a:buSzPct val="100000"/>
            </a:pP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Schemas and Athena tables were checked and corrected so the data types matched the </a:t>
            </a:r>
            <a:r>
              <a:rPr lang="en-US" sz="2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Parquet files – had some issues here.</a:t>
            </a:r>
            <a:endParaRPr lang="en-US" sz="2200">
              <a:latin typeface="Calibri"/>
              <a:ea typeface="Calibri"/>
              <a:cs typeface="Calibri"/>
            </a:endParaRPr>
          </a:p>
          <a:p>
            <a:pPr>
              <a:buSzPct val="100000"/>
            </a:pP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data was reshaped into a long-format table for easier filtering and scoring.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56716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827C4-B77E-B5DD-CE2C-7CD7A4B66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2F7EF62-7995-0473-D8CB-32504FAC5274}"/>
              </a:ext>
            </a:extLst>
          </p:cNvPr>
          <p:cNvSpPr/>
          <p:nvPr/>
        </p:nvSpPr>
        <p:spPr>
          <a:xfrm>
            <a:off x="1325880" y="1179845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Data Preprocessing (</a:t>
            </a:r>
            <a:r>
              <a:rPr lang="en-US" sz="2400" b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cont.</a:t>
            </a:r>
            <a:r>
              <a:rPr lang="en-US" sz="24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)</a:t>
            </a:r>
            <a:endParaRPr lang="en-US"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D7C124C-11FE-E87E-3F31-71E5C64BF305}"/>
              </a:ext>
            </a:extLst>
          </p:cNvPr>
          <p:cNvSpPr/>
          <p:nvPr/>
        </p:nvSpPr>
        <p:spPr>
          <a:xfrm>
            <a:off x="508348" y="1796024"/>
            <a:ext cx="108356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24EE99B-E803-5009-23DF-A9C017DBAEFE}"/>
              </a:ext>
            </a:extLst>
          </p:cNvPr>
          <p:cNvSpPr/>
          <p:nvPr/>
        </p:nvSpPr>
        <p:spPr>
          <a:xfrm>
            <a:off x="960120" y="1993392"/>
            <a:ext cx="1014984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>
              <a:buSzPct val="100000"/>
            </a:pP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The survey files are </a:t>
            </a:r>
            <a:r>
              <a:rPr lang="en-US" sz="2200">
                <a:solidFill>
                  <a:srgbClr val="374151"/>
                </a:solidFill>
                <a:ea typeface="Calibri"/>
                <a:cs typeface="Calibri"/>
              </a:rPr>
              <a:t>inconsistent: different surveys can have different numbers of questions</a:t>
            </a:r>
            <a:r>
              <a:rPr lang="en-US" sz="2200" dirty="0">
                <a:solidFill>
                  <a:srgbClr val="374151"/>
                </a:solidFill>
                <a:ea typeface="Calibri"/>
                <a:cs typeface="Calibri"/>
              </a:rPr>
              <a:t>.</a:t>
            </a:r>
          </a:p>
          <a:p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0AD4F2B-F663-7A62-9205-A0A0F5EF76FD}"/>
              </a:ext>
            </a:extLst>
          </p:cNvPr>
          <p:cNvSpPr/>
          <p:nvPr/>
        </p:nvSpPr>
        <p:spPr>
          <a:xfrm>
            <a:off x="1156716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8" name="Picture 7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88179E5E-A1C5-8870-7F23-03F4E102E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19" y="2876159"/>
            <a:ext cx="5089091" cy="1022177"/>
          </a:xfrm>
          <a:prstGeom prst="rect">
            <a:avLst/>
          </a:prstGeom>
        </p:spPr>
      </p:pic>
      <p:pic>
        <p:nvPicPr>
          <p:cNvPr id="10" name="Picture 9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D73AE88E-6677-56C7-A2D0-B5BB1CDEC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35" y="4033381"/>
            <a:ext cx="5423248" cy="22045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6C9908-8B23-97DC-702C-4E4D0688A868}"/>
              </a:ext>
            </a:extLst>
          </p:cNvPr>
          <p:cNvSpPr txBox="1"/>
          <p:nvPr/>
        </p:nvSpPr>
        <p:spPr>
          <a:xfrm>
            <a:off x="6409149" y="2927958"/>
            <a:ext cx="4592879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solidFill>
                  <a:srgbClr val="374151"/>
                </a:solidFill>
              </a:rPr>
              <a:t>This change</a:t>
            </a:r>
            <a:r>
              <a:rPr lang="en-US" sz="2200" dirty="0">
                <a:solidFill>
                  <a:srgbClr val="374151"/>
                </a:solidFill>
              </a:rPr>
              <a:t> made the survey files easier to query.</a:t>
            </a:r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r>
              <a:rPr lang="en-US" sz="2200">
                <a:solidFill>
                  <a:srgbClr val="374151"/>
                </a:solidFill>
              </a:rPr>
              <a:t>Now we can filter rows like:</a:t>
            </a:r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</a:rPr>
              <a:t>only UCLA surveys</a:t>
            </a:r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</a:rPr>
              <a:t>only q1</a:t>
            </a:r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</a:rPr>
              <a:t>only one </a:t>
            </a:r>
            <a:r>
              <a:rPr lang="en-US" sz="2200" dirty="0">
                <a:solidFill>
                  <a:srgbClr val="374151"/>
                </a:solidFill>
              </a:rPr>
              <a:t>participant</a:t>
            </a:r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  <a:p>
            <a:pPr algn="ctr"/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E74F5BD2-FC3A-55F2-D053-7F16E9986FEA}"/>
              </a:ext>
            </a:extLst>
          </p:cNvPr>
          <p:cNvSpPr/>
          <p:nvPr/>
        </p:nvSpPr>
        <p:spPr>
          <a:xfrm>
            <a:off x="594360" y="1143000"/>
            <a:ext cx="594360" cy="43891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F74B882E-7F94-9416-1433-66B528E4DDB8}"/>
              </a:ext>
            </a:extLst>
          </p:cNvPr>
          <p:cNvSpPr/>
          <p:nvPr/>
        </p:nvSpPr>
        <p:spPr>
          <a:xfrm>
            <a:off x="594360" y="1225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7180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98386-5FA1-1E02-D9E3-A277BB0DA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1BF07EE-6258-5D0A-06FD-B1B0AE152AD0}"/>
              </a:ext>
            </a:extLst>
          </p:cNvPr>
          <p:cNvSpPr/>
          <p:nvPr/>
        </p:nvSpPr>
        <p:spPr>
          <a:xfrm>
            <a:off x="594360" y="1143000"/>
            <a:ext cx="594360" cy="438912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1BCB4E-1E92-E4AE-24AB-B63704CB150B}"/>
              </a:ext>
            </a:extLst>
          </p:cNvPr>
          <p:cNvSpPr/>
          <p:nvPr/>
        </p:nvSpPr>
        <p:spPr>
          <a:xfrm>
            <a:off x="594360" y="1225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F493F4-C6C8-0AFD-A64E-1CF09D8A6889}"/>
              </a:ext>
            </a:extLst>
          </p:cNvPr>
          <p:cNvSpPr/>
          <p:nvPr/>
        </p:nvSpPr>
        <p:spPr>
          <a:xfrm>
            <a:off x="1325880" y="1179845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Data Preprocessing (cont.)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DF41286-4E04-7E65-77F2-FF2B6A7EA00C}"/>
              </a:ext>
            </a:extLst>
          </p:cNvPr>
          <p:cNvSpPr/>
          <p:nvPr/>
        </p:nvSpPr>
        <p:spPr>
          <a:xfrm>
            <a:off x="685800" y="1712516"/>
            <a:ext cx="10877393" cy="4971163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5A0EFEF-F5BD-0A5E-6CA2-2F587BE5DCE2}"/>
              </a:ext>
            </a:extLst>
          </p:cNvPr>
          <p:cNvSpPr/>
          <p:nvPr/>
        </p:nvSpPr>
        <p:spPr>
          <a:xfrm>
            <a:off x="960120" y="1993392"/>
            <a:ext cx="1014984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UCLA responses were mapped from text to numbers, reverse-scored for positive items, and summed into a total loneliness score. 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Positively 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worded questions were </a:t>
            </a:r>
            <a:r>
              <a:rPr lang="en-US" sz="2200" b="1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manually identified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200"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lvl="1">
              <a:buSzPct val="100000"/>
            </a:pPr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Higher average = more loneliness</a:t>
            </a: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lvl="1">
              <a:buSzPct val="100000"/>
            </a:pPr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Lower average = less loneliness</a:t>
            </a:r>
            <a:endParaRPr lang="en-US">
              <a:ea typeface="Calibri"/>
              <a:cs typeface="Calibri"/>
            </a:endParaRPr>
          </a:p>
          <a:p>
            <a:pPr lvl="1">
              <a:buSzPct val="100000"/>
              <a:buFont typeface="Courier New"/>
              <a:buChar char="o"/>
            </a:pPr>
            <a:endParaRPr lang="en-US">
              <a:ea typeface="Calibri"/>
              <a:cs typeface="Calibri"/>
            </a:endParaRPr>
          </a:p>
          <a:p>
            <a:pPr lvl="1">
              <a:buSzPct val="100000"/>
            </a:pPr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I feel lonely: 4 </a:t>
            </a:r>
            <a:endParaRPr lang="en-US" sz="2200" i="1">
              <a:solidFill>
                <a:srgbClr val="374151"/>
              </a:solidFill>
              <a:ea typeface="+mn-lt"/>
              <a:cs typeface="+mn-lt"/>
            </a:endParaRPr>
          </a:p>
          <a:p>
            <a:pPr lvl="1"/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I feel connected: 4 (becomes) 1</a:t>
            </a:r>
            <a:endParaRPr lang="en-US">
              <a:ea typeface="Calibri"/>
              <a:cs typeface="Calibri"/>
            </a:endParaRPr>
          </a:p>
          <a:p>
            <a:pPr lvl="1"/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So, when we average up the scores, happy responses lead to a lower score.</a:t>
            </a:r>
          </a:p>
          <a:p>
            <a:pPr lvl="1"/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Participant-level features were created from AWARE and Oura tables, and missing numeric values were filled with the median.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5B7160D-84A5-2572-77EC-B3217A290EF2}"/>
              </a:ext>
            </a:extLst>
          </p:cNvPr>
          <p:cNvSpPr/>
          <p:nvPr/>
        </p:nvSpPr>
        <p:spPr>
          <a:xfrm>
            <a:off x="1156716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74950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143000"/>
            <a:ext cx="594360" cy="43891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25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1191051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712516"/>
            <a:ext cx="10877393" cy="4887656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878570"/>
            <a:ext cx="1014984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Four models were trained, as required by the project: SVM, Random Forest, </a:t>
            </a:r>
            <a:r>
              <a:rPr lang="en-US" sz="2200" dirty="0" err="1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XGBoost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, and a Neural Network.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>
              <a:buSzPct val="100000"/>
            </a:pP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r>
              <a:rPr lang="en-US" sz="2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sz="2200" b="1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input feature</a:t>
            </a:r>
            <a:r>
              <a:rPr lang="en-US" sz="2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 was built from participant level AWARE and Oura features.</a:t>
            </a:r>
            <a:endParaRPr lang="en-US" sz="2200">
              <a:latin typeface="Calibri"/>
              <a:ea typeface="Calibri"/>
              <a:cs typeface="Calibri"/>
            </a:endParaRPr>
          </a:p>
          <a:p>
            <a:pPr>
              <a:buSzPct val="100000"/>
            </a:pP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sz="2200" b="1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target variable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 was </a:t>
            </a:r>
            <a:r>
              <a:rPr lang="en-US" sz="2200" dirty="0" err="1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loneliness_label_binary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As per the </a:t>
            </a:r>
            <a:r>
              <a:rPr lang="en-US" sz="2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instructions, I decided to use </a:t>
            </a:r>
            <a:r>
              <a:rPr lang="en-US" sz="2200" b="1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stratified cross-validation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 as a way of splitting </a:t>
            </a:r>
            <a:r>
              <a:rPr lang="en-US" sz="2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the data into several training/testing folds. Based on my research, this would keep 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the evaluation fairer and more consistent on a small dataset.</a:t>
            </a:r>
          </a:p>
          <a:p>
            <a:pPr>
              <a:buSzPct val="100000"/>
            </a:pP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Also,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 as per the instructions, the models were evaluated using </a:t>
            </a:r>
            <a:r>
              <a:rPr lang="en-US" sz="2200" b="1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accuracy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200" b="1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precision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200" b="1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recall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200" b="1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F1 score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, and </a:t>
            </a:r>
            <a:r>
              <a:rPr lang="en-US" sz="2200" b="1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ROC-AUC </a:t>
            </a:r>
            <a:r>
              <a:rPr lang="en-US" sz="2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measures a model's ability to distinguish between classes)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2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56716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F93E6-CDA1-56A4-4B05-486F4FAE6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04F298-46CF-301F-E745-0741F17A119D}"/>
              </a:ext>
            </a:extLst>
          </p:cNvPr>
          <p:cNvSpPr/>
          <p:nvPr/>
        </p:nvSpPr>
        <p:spPr>
          <a:xfrm>
            <a:off x="594360" y="1143000"/>
            <a:ext cx="594360" cy="438912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87AE5AB-E960-9767-6FF7-2E7323EFADE3}"/>
              </a:ext>
            </a:extLst>
          </p:cNvPr>
          <p:cNvSpPr/>
          <p:nvPr/>
        </p:nvSpPr>
        <p:spPr>
          <a:xfrm>
            <a:off x="594360" y="1225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E29BF3-3BBC-7B71-08E9-AB82DE819643}"/>
              </a:ext>
            </a:extLst>
          </p:cNvPr>
          <p:cNvSpPr/>
          <p:nvPr/>
        </p:nvSpPr>
        <p:spPr>
          <a:xfrm>
            <a:off x="1325880" y="1191051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Models Used (cont.)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BB6222-BC44-5E9F-890C-981DB958FDC4}"/>
              </a:ext>
            </a:extLst>
          </p:cNvPr>
          <p:cNvSpPr/>
          <p:nvPr/>
        </p:nvSpPr>
        <p:spPr>
          <a:xfrm>
            <a:off x="685800" y="1712516"/>
            <a:ext cx="10877393" cy="4887656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EB443E-B8B6-A180-BB48-4E067410DAF7}"/>
              </a:ext>
            </a:extLst>
          </p:cNvPr>
          <p:cNvSpPr/>
          <p:nvPr/>
        </p:nvSpPr>
        <p:spPr>
          <a:xfrm>
            <a:off x="960120" y="1878570"/>
            <a:ext cx="1014984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>
              <a:buSzPct val="100000"/>
            </a:pP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Also,</a:t>
            </a:r>
            <a:r>
              <a:rPr lang="en-US" sz="2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 as per the instructions, the models were evaluated for:</a:t>
            </a:r>
            <a:endParaRPr lang="en-US" sz="2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2200" dirty="0">
              <a:solidFill>
                <a:srgbClr val="374151"/>
              </a:solidFill>
              <a:ea typeface="+mn-lt"/>
              <a:cs typeface="+mn-lt"/>
            </a:endParaRPr>
          </a:p>
          <a:p>
            <a:pPr lvl="1"/>
            <a:r>
              <a:rPr lang="en-US" sz="2200" b="1">
                <a:solidFill>
                  <a:srgbClr val="374151"/>
                </a:solidFill>
                <a:ea typeface="+mn-lt"/>
                <a:cs typeface="+mn-lt"/>
              </a:rPr>
              <a:t>Accuracy</a:t>
            </a:r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: more predictions are correct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sz="2200" b="1">
                <a:solidFill>
                  <a:srgbClr val="374151"/>
                </a:solidFill>
                <a:ea typeface="+mn-lt"/>
                <a:cs typeface="+mn-lt"/>
              </a:rPr>
              <a:t>Precision</a:t>
            </a:r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: when the model predicts high loneliness, it is correct more often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sz="2200" b="1">
                <a:solidFill>
                  <a:srgbClr val="374151"/>
                </a:solidFill>
                <a:ea typeface="+mn-lt"/>
                <a:cs typeface="+mn-lt"/>
              </a:rPr>
              <a:t>Recall</a:t>
            </a:r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: what percentage of actual high-loneliness participants did the model find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sz="2200" b="1">
                <a:solidFill>
                  <a:srgbClr val="374151"/>
                </a:solidFill>
                <a:ea typeface="+mn-lt"/>
                <a:cs typeface="+mn-lt"/>
              </a:rPr>
              <a:t>F1 Score</a:t>
            </a:r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: better balance between precision and recall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ROC-AUC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: how well the model </a:t>
            </a:r>
            <a:r>
              <a:rPr lang="en-US" sz="2200" dirty="0" err="1">
                <a:solidFill>
                  <a:srgbClr val="374151"/>
                </a:solidFill>
                <a:ea typeface="+mn-lt"/>
                <a:cs typeface="+mn-lt"/>
              </a:rPr>
              <a:t>seperates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between the two classes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4A6841D-4EBF-F256-EDAA-8211C3F22274}"/>
              </a:ext>
            </a:extLst>
          </p:cNvPr>
          <p:cNvSpPr/>
          <p:nvPr/>
        </p:nvSpPr>
        <p:spPr>
          <a:xfrm>
            <a:off x="1156716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36154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143000"/>
            <a:ext cx="594360" cy="438912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25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5880" y="1191051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Insights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712516"/>
            <a:ext cx="10877393" cy="4783273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93392"/>
            <a:ext cx="1014984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2200" b="1" dirty="0" err="1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XGBoost</a:t>
            </a:r>
            <a:r>
              <a:rPr lang="en-US" sz="2200" b="1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performed best overall and achieved the strongest prediction results.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>
              <a:buSzPct val="100000"/>
            </a:pP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Random Forest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 did not perform as well, but it provided a more balanced and interpretable feature-importance profile.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>
              <a:buSzPct val="100000"/>
            </a:pP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SzPct val="10000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Important features </a:t>
            </a:r>
            <a:r>
              <a:rPr lang="en-US" sz="2200" dirty="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included battery related phone data, sleep efficiency, awake time, deep sleep, resting heart rate, and call duration.</a:t>
            </a:r>
            <a:endParaRPr lang="en-US" sz="22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56716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BFF28-993C-D477-9257-4AB62D1DF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40F395-F47B-0798-D3D8-35260B8AC5C2}"/>
              </a:ext>
            </a:extLst>
          </p:cNvPr>
          <p:cNvSpPr/>
          <p:nvPr/>
        </p:nvSpPr>
        <p:spPr>
          <a:xfrm>
            <a:off x="594360" y="1143000"/>
            <a:ext cx="594360" cy="438912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EA94E3-40F0-FC62-BA17-95451DD8B93A}"/>
              </a:ext>
            </a:extLst>
          </p:cNvPr>
          <p:cNvSpPr/>
          <p:nvPr/>
        </p:nvSpPr>
        <p:spPr>
          <a:xfrm>
            <a:off x="594360" y="1225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B1317E8-E321-B603-4629-B009D022EB0F}"/>
              </a:ext>
            </a:extLst>
          </p:cNvPr>
          <p:cNvSpPr/>
          <p:nvPr/>
        </p:nvSpPr>
        <p:spPr>
          <a:xfrm>
            <a:off x="1325880" y="1191051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Results and Insights (cont.)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95A6E9F-DE65-D87F-2A90-6B6FDCACA6BC}"/>
              </a:ext>
            </a:extLst>
          </p:cNvPr>
          <p:cNvSpPr/>
          <p:nvPr/>
        </p:nvSpPr>
        <p:spPr>
          <a:xfrm>
            <a:off x="685800" y="1712516"/>
            <a:ext cx="10877393" cy="4783273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B773C84-83DE-30FB-6E05-CFF5C81EE130}"/>
              </a:ext>
            </a:extLst>
          </p:cNvPr>
          <p:cNvSpPr/>
          <p:nvPr/>
        </p:nvSpPr>
        <p:spPr>
          <a:xfrm>
            <a:off x="960120" y="1993392"/>
            <a:ext cx="1014984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endParaRPr lang="en-US" sz="2200" dirty="0">
              <a:solidFill>
                <a:srgbClr val="37415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5D7495C-CC20-556E-F020-1833E49F12E6}"/>
              </a:ext>
            </a:extLst>
          </p:cNvPr>
          <p:cNvSpPr/>
          <p:nvPr/>
        </p:nvSpPr>
        <p:spPr>
          <a:xfrm>
            <a:off x="1156716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E1D4AB1-2656-A812-4DC6-A2D0948284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2060114"/>
              </p:ext>
            </p:extLst>
          </p:nvPr>
        </p:nvGraphicFramePr>
        <p:xfrm>
          <a:off x="1106466" y="1815012"/>
          <a:ext cx="9895561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F48A3B7-EBD9-1864-C2AE-90E760923341}"/>
              </a:ext>
            </a:extLst>
          </p:cNvPr>
          <p:cNvSpPr txBox="1"/>
          <p:nvPr/>
        </p:nvSpPr>
        <p:spPr>
          <a:xfrm>
            <a:off x="686168" y="6063456"/>
            <a:ext cx="326091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solidFill>
                  <a:srgbClr val="374151"/>
                </a:solidFill>
                <a:ea typeface="Calibri"/>
                <a:cs typeface="Calibri"/>
              </a:rPr>
              <a:t>Higher = better</a:t>
            </a:r>
          </a:p>
        </p:txBody>
      </p:sp>
    </p:spTree>
    <p:extLst>
      <p:ext uri="{BB962C8B-B14F-4D97-AF65-F5344CB8AC3E}">
        <p14:creationId xmlns:p14="http://schemas.microsoft.com/office/powerpoint/2010/main" val="1188425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0ACD1-F895-097E-B6C5-1474744D3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4417EE-61C7-8F6D-DCCA-C75EB6145E95}"/>
              </a:ext>
            </a:extLst>
          </p:cNvPr>
          <p:cNvSpPr/>
          <p:nvPr/>
        </p:nvSpPr>
        <p:spPr>
          <a:xfrm>
            <a:off x="594360" y="1143000"/>
            <a:ext cx="594360" cy="43891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CA0053-800A-A4FC-FF06-0C590171FAAD}"/>
              </a:ext>
            </a:extLst>
          </p:cNvPr>
          <p:cNvSpPr/>
          <p:nvPr/>
        </p:nvSpPr>
        <p:spPr>
          <a:xfrm>
            <a:off x="594360" y="1225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ea typeface="Calibri"/>
                <a:cs typeface="Calibri"/>
              </a:rPr>
              <a:t>5</a:t>
            </a:r>
            <a:endParaRPr lang="en-US" sz="18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D667C2-E96F-59D8-D300-9F974E449BFF}"/>
              </a:ext>
            </a:extLst>
          </p:cNvPr>
          <p:cNvSpPr/>
          <p:nvPr/>
        </p:nvSpPr>
        <p:spPr>
          <a:xfrm>
            <a:off x="1325880" y="1191051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D6A485D-6156-46F3-A76B-4D2BA2D34B91}"/>
              </a:ext>
            </a:extLst>
          </p:cNvPr>
          <p:cNvSpPr/>
          <p:nvPr/>
        </p:nvSpPr>
        <p:spPr>
          <a:xfrm>
            <a:off x="635950" y="1712516"/>
            <a:ext cx="10927243" cy="5018282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1CE3CD-778A-DE1F-3359-FBF6B68B3414}"/>
              </a:ext>
            </a:extLst>
          </p:cNvPr>
          <p:cNvSpPr/>
          <p:nvPr/>
        </p:nvSpPr>
        <p:spPr>
          <a:xfrm>
            <a:off x="886285" y="1713245"/>
            <a:ext cx="10223675" cy="50141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2200">
                <a:solidFill>
                  <a:srgbClr val="374151"/>
                </a:solidFill>
                <a:latin typeface="Calibri"/>
                <a:ea typeface="Calibri"/>
                <a:cs typeface="Calibri"/>
              </a:rPr>
              <a:t>These findings suggest that loneliness may influence</a:t>
            </a:r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 both phone usage behavior and sleep or recovery patterns.</a:t>
            </a:r>
          </a:p>
          <a:p>
            <a:pPr marL="228600" indent="-228600">
              <a:buSzPct val="100000"/>
              <a:buChar char="•"/>
            </a:pPr>
            <a:endParaRPr lang="en-US" sz="2200">
              <a:solidFill>
                <a:srgbClr val="374151"/>
              </a:solidFill>
              <a:ea typeface="+mn-lt"/>
              <a:cs typeface="+mn-lt"/>
            </a:endParaRPr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In this project, </a:t>
            </a: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battery related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phone features were especially important, along with sleep related features </a:t>
            </a:r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like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awake time, sleep efficiency, deep sleep, sleep duration, and resting heart rate.</a:t>
            </a:r>
          </a:p>
          <a:p>
            <a:pPr marL="228600" indent="-228600">
              <a:buSzPct val="100000"/>
              <a:buChar char="•"/>
            </a:pPr>
            <a:endParaRPr lang="en-US" sz="2200">
              <a:solidFill>
                <a:srgbClr val="374151"/>
              </a:solidFill>
              <a:ea typeface="+mn-lt"/>
              <a:cs typeface="+mn-lt"/>
            </a:endParaRPr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This suggests that loneliness may </a:t>
            </a:r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affect daily habits, communication, and some 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physical </a:t>
            </a:r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routines.</a:t>
            </a:r>
          </a:p>
          <a:p>
            <a:pPr marL="228600" indent="-228600">
              <a:buSzPct val="100000"/>
              <a:buFontTx/>
              <a:buChar char="•"/>
            </a:pPr>
            <a:endParaRPr lang="en-US" sz="2200">
              <a:solidFill>
                <a:srgbClr val="374151"/>
              </a:solidFill>
              <a:ea typeface="+mn-lt"/>
              <a:cs typeface="+mn-lt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However, because the dataset is small overfitting is a possible issue, and because </a:t>
            </a:r>
            <a:r>
              <a:rPr lang="en-US" sz="2200" dirty="0" err="1">
                <a:solidFill>
                  <a:srgbClr val="374151"/>
                </a:solidFill>
                <a:ea typeface="+mn-lt"/>
                <a:cs typeface="+mn-lt"/>
              </a:rPr>
              <a:t>XGBoost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relied heavily on one feature.</a:t>
            </a:r>
            <a:endParaRPr lang="en-US" dirty="0">
              <a:ea typeface="Calibri"/>
              <a:cs typeface="Calibri"/>
            </a:endParaRPr>
          </a:p>
          <a:p>
            <a:pPr marL="228600" indent="-228600">
              <a:buSzPct val="100000"/>
              <a:buFontTx/>
              <a:buChar char="•"/>
            </a:pPr>
            <a:endParaRPr lang="en-US" sz="2200" dirty="0">
              <a:solidFill>
                <a:srgbClr val="374151"/>
              </a:solidFill>
              <a:ea typeface="+mn-lt"/>
              <a:cs typeface="+mn-lt"/>
            </a:endParaRPr>
          </a:p>
          <a:p>
            <a:pPr marL="228600" indent="-228600">
              <a:buSzPct val="100000"/>
              <a:buFontTx/>
              <a:buChar char="•"/>
            </a:pP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Using </a:t>
            </a:r>
            <a:r>
              <a:rPr lang="en-US" sz="2200" b="1" dirty="0">
                <a:solidFill>
                  <a:srgbClr val="374151"/>
                </a:solidFill>
                <a:ea typeface="+mn-lt"/>
                <a:cs typeface="+mn-lt"/>
              </a:rPr>
              <a:t>stratified cross-validation</a:t>
            </a:r>
            <a:r>
              <a:rPr lang="en-US" sz="2200" dirty="0">
                <a:solidFill>
                  <a:srgbClr val="374151"/>
                </a:solidFill>
                <a:ea typeface="+mn-lt"/>
                <a:cs typeface="+mn-lt"/>
              </a:rPr>
              <a:t> helps, but doesn't eliminate the issue completely. Interpret these results with caution.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1B35B1E-78AB-7E80-F13B-199612786C39}"/>
              </a:ext>
            </a:extLst>
          </p:cNvPr>
          <p:cNvSpPr/>
          <p:nvPr/>
        </p:nvSpPr>
        <p:spPr>
          <a:xfrm>
            <a:off x="1156716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80100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C1196-4B5F-1FB3-B3B6-1846A29B1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A1A89C-4D00-A1A4-2CA5-3741597F9DC3}"/>
              </a:ext>
            </a:extLst>
          </p:cNvPr>
          <p:cNvSpPr/>
          <p:nvPr/>
        </p:nvSpPr>
        <p:spPr>
          <a:xfrm>
            <a:off x="594360" y="1143000"/>
            <a:ext cx="594360" cy="438912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6712CC-6060-563B-0637-200E8FF2DEC2}"/>
              </a:ext>
            </a:extLst>
          </p:cNvPr>
          <p:cNvSpPr/>
          <p:nvPr/>
        </p:nvSpPr>
        <p:spPr>
          <a:xfrm>
            <a:off x="594360" y="12252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8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8D38819-1302-A166-4AE8-0F8C1E167182}"/>
              </a:ext>
            </a:extLst>
          </p:cNvPr>
          <p:cNvSpPr/>
          <p:nvPr/>
        </p:nvSpPr>
        <p:spPr>
          <a:xfrm>
            <a:off x="1325880" y="1191051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Sources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F2C1AEE-172F-926D-10EE-BF733705A091}"/>
              </a:ext>
            </a:extLst>
          </p:cNvPr>
          <p:cNvSpPr/>
          <p:nvPr/>
        </p:nvSpPr>
        <p:spPr>
          <a:xfrm>
            <a:off x="685800" y="1712516"/>
            <a:ext cx="10877393" cy="4783273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E8DCA15-0ED0-1202-6DC6-5A735CEAD808}"/>
              </a:ext>
            </a:extLst>
          </p:cNvPr>
          <p:cNvSpPr/>
          <p:nvPr/>
        </p:nvSpPr>
        <p:spPr>
          <a:xfrm>
            <a:off x="897490" y="1993392"/>
            <a:ext cx="10212470" cy="418494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endParaRPr lang="en-US" sz="2200" dirty="0">
              <a:solidFill>
                <a:srgbClr val="374151"/>
              </a:solidFill>
              <a:ea typeface="Calibri"/>
              <a:cs typeface="Calibri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EB6954E-DAAE-AE35-F63F-B95D642E5561}"/>
              </a:ext>
            </a:extLst>
          </p:cNvPr>
          <p:cNvSpPr/>
          <p:nvPr/>
        </p:nvSpPr>
        <p:spPr>
          <a:xfrm>
            <a:off x="11567160" y="6400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111934-2357-A3BE-4BB3-3C185CC6E0A3}"/>
              </a:ext>
            </a:extLst>
          </p:cNvPr>
          <p:cNvSpPr txBox="1"/>
          <p:nvPr/>
        </p:nvSpPr>
        <p:spPr>
          <a:xfrm>
            <a:off x="1187824" y="1994648"/>
            <a:ext cx="10107705" cy="39241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800"/>
              </a:lnSpc>
            </a:pPr>
            <a:r>
              <a:rPr lang="en-US" sz="1800" b="1" i="0" u="none" strike="noStrike" baseline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Source paper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00"/>
              </a:lnSpc>
            </a:pPr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Smartphone Data Gathered Early in Depression Treatment Predicts Treatment Outcome - </a:t>
            </a:r>
            <a:r>
              <a:rPr lang="en-US" sz="1800" b="0" i="0" u="sng" strike="noStrike" baseline="0" dirty="0">
                <a:solidFill>
                  <a:srgbClr val="0563C1"/>
                </a:solidFill>
                <a:latin typeface="Calibri"/>
                <a:ea typeface="Segoe UI"/>
                <a:cs typeface="Segoe UI"/>
                <a:hlinkClick r:id="rId3"/>
              </a:rPr>
              <a:t>https://dl.acm.org/doi/10.1145/3721201.3721380</a:t>
            </a:r>
            <a:r>
              <a:rPr lang="en-US" sz="1800" b="0" i="0" dirty="0">
                <a:solidFill>
                  <a:srgbClr val="000000"/>
                </a:solidFill>
                <a:latin typeface="Calibri"/>
                <a:ea typeface="Segoe UI"/>
                <a:cs typeface="Segoe UI"/>
                <a:hlinkClick r:id="rId3"/>
              </a:rPr>
              <a:t>​</a:t>
            </a:r>
          </a:p>
          <a:p>
            <a:pPr>
              <a:lnSpc>
                <a:spcPts val="1800"/>
              </a:lnSpc>
            </a:pPr>
            <a:endParaRPr lang="en-US" dirty="0">
              <a:solidFill>
                <a:srgbClr val="000000"/>
              </a:solidFill>
              <a:latin typeface="Calibri"/>
              <a:ea typeface="Segoe UI"/>
              <a:cs typeface="Segoe UI"/>
            </a:endParaRPr>
          </a:p>
          <a:p>
            <a:pPr algn="l" rtl="0">
              <a:lnSpc>
                <a:spcPts val="1800"/>
              </a:lnSpc>
            </a:pPr>
            <a:r>
              <a:rPr lang="en-US" sz="1800" b="1" i="0" u="none" strike="noStrike" baseline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Source dataset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00"/>
              </a:lnSpc>
            </a:pPr>
            <a:r>
              <a:rPr lang="en-US" sz="1800" b="0" i="0" u="none" strike="noStrike" baseline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Loneliness and well-being in Finnish immigrants: A multimodal dataset from wearables and passive data collection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800"/>
              </a:lnSpc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libri"/>
                <a:ea typeface="Segoe UI"/>
                <a:cs typeface="Segoe UI"/>
                <a:hlinkClick r:id="rId4"/>
              </a:rPr>
              <a:t>https://datadryad.org/dataset/doi:10.5061/dryad.qz612jmrn</a:t>
            </a:r>
          </a:p>
          <a:p>
            <a:pPr>
              <a:lnSpc>
                <a:spcPts val="1800"/>
              </a:lnSpc>
            </a:pPr>
            <a:endParaRPr lang="en-US" dirty="0">
              <a:cs typeface="Segoe UI"/>
            </a:endParaRPr>
          </a:p>
          <a:p>
            <a:pPr>
              <a:lnSpc>
                <a:spcPts val="1800"/>
              </a:lnSpc>
            </a:pPr>
            <a:r>
              <a:rPr lang="en-US" b="1">
                <a:ea typeface="+mn-lt"/>
                <a:cs typeface="Segoe UI"/>
              </a:rPr>
              <a:t>Models</a:t>
            </a:r>
            <a:endParaRPr lang="en-US" dirty="0">
              <a:ea typeface="+mn-lt"/>
              <a:cs typeface="Segoe UI"/>
            </a:endParaRPr>
          </a:p>
          <a:p>
            <a:pPr>
              <a:lnSpc>
                <a:spcPts val="1800"/>
              </a:lnSpc>
            </a:pPr>
            <a:r>
              <a:rPr lang="en-US" dirty="0">
                <a:ea typeface="+mn-lt"/>
                <a:cs typeface="+mn-lt"/>
                <a:hlinkClick r:id="rId5"/>
              </a:rPr>
              <a:t>https://scikit-learn.org/stable/modules/svm.html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6"/>
              </a:rPr>
              <a:t>https://scikit-learn.org/stable/modules/generated/sklearn.ensemble.RandomForestClassifier.html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7"/>
              </a:rPr>
              <a:t>https://scikit-learn.org/stable/modules/neural_networks_supervised.html</a:t>
            </a:r>
            <a:endParaRPr lang="en-US">
              <a:ea typeface="+mn-lt"/>
              <a:cs typeface="+mn-lt"/>
            </a:endParaRPr>
          </a:p>
          <a:p>
            <a:pPr>
              <a:lnSpc>
                <a:spcPts val="1800"/>
              </a:lnSpc>
            </a:pPr>
            <a:r>
              <a:rPr lang="en-US" dirty="0">
                <a:ea typeface="+mn-lt"/>
                <a:cs typeface="+mn-lt"/>
                <a:hlinkClick r:id="rId8"/>
              </a:rPr>
              <a:t>https://xgboost.readthedocs.io/en/stable/get_started.html</a:t>
            </a:r>
            <a:endParaRPr lang="en-US"/>
          </a:p>
          <a:p>
            <a:pPr>
              <a:lnSpc>
                <a:spcPts val="1800"/>
              </a:lnSpc>
            </a:pPr>
            <a:endParaRPr lang="en-US" dirty="0">
              <a:ea typeface="+mn-lt"/>
              <a:cs typeface="+mn-lt"/>
            </a:endParaRPr>
          </a:p>
          <a:p>
            <a:pPr algn="ctr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6893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Analysis of Multimodal Health Dataset</dc:title>
  <dc:subject>Loneliness Project Presentation Outline</dc:subject>
  <dc:creator>OpenAI</dc:creator>
  <cp:lastModifiedBy>OpenAI</cp:lastModifiedBy>
  <cp:revision>537</cp:revision>
  <dcterms:created xsi:type="dcterms:W3CDTF">2026-04-07T01:42:50Z</dcterms:created>
  <dcterms:modified xsi:type="dcterms:W3CDTF">2026-04-13T01:24:31Z</dcterms:modified>
</cp:coreProperties>
</file>